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notesMasterIdLst>
    <p:notesMasterId r:id="rId26"/>
  </p:notesMasterIdLst>
  <p:sldIdLst>
    <p:sldId id="279" r:id="rId2"/>
    <p:sldId id="281" r:id="rId3"/>
    <p:sldId id="280" r:id="rId4"/>
    <p:sldId id="282" r:id="rId5"/>
    <p:sldId id="259" r:id="rId6"/>
    <p:sldId id="260" r:id="rId7"/>
    <p:sldId id="283" r:id="rId8"/>
    <p:sldId id="284" r:id="rId9"/>
    <p:sldId id="262" r:id="rId10"/>
    <p:sldId id="285" r:id="rId11"/>
    <p:sldId id="264" r:id="rId12"/>
    <p:sldId id="265" r:id="rId13"/>
    <p:sldId id="266" r:id="rId14"/>
    <p:sldId id="267" r:id="rId15"/>
    <p:sldId id="268" r:id="rId16"/>
    <p:sldId id="269" r:id="rId17"/>
    <p:sldId id="286" r:id="rId18"/>
    <p:sldId id="287" r:id="rId19"/>
    <p:sldId id="274" r:id="rId20"/>
    <p:sldId id="275" r:id="rId21"/>
    <p:sldId id="276" r:id="rId22"/>
    <p:sldId id="288" r:id="rId23"/>
    <p:sldId id="278" r:id="rId24"/>
    <p:sldId id="28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7E5939-B793-4628-9578-217EFBBF2A2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C3ABBE-5B58-4CBB-AD2E-DA4838F9F17D}">
      <dgm:prSet/>
      <dgm:spPr/>
      <dgm:t>
        <a:bodyPr/>
        <a:lstStyle/>
        <a:p>
          <a:r>
            <a:rPr lang="en-US"/>
            <a:t>• Fetch real-time news</a:t>
          </a:r>
        </a:p>
      </dgm:t>
    </dgm:pt>
    <dgm:pt modelId="{921AD713-5AEA-4F72-82CA-7176C496E128}" type="parTrans" cxnId="{E9D9C19A-7290-4BE2-9CF2-CA18E9BD8755}">
      <dgm:prSet/>
      <dgm:spPr/>
      <dgm:t>
        <a:bodyPr/>
        <a:lstStyle/>
        <a:p>
          <a:endParaRPr lang="en-US"/>
        </a:p>
      </dgm:t>
    </dgm:pt>
    <dgm:pt modelId="{FF61F5A5-9693-4E03-A2C2-F1A2825DAAD5}" type="sibTrans" cxnId="{E9D9C19A-7290-4BE2-9CF2-CA18E9BD8755}">
      <dgm:prSet/>
      <dgm:spPr/>
      <dgm:t>
        <a:bodyPr/>
        <a:lstStyle/>
        <a:p>
          <a:endParaRPr lang="en-US"/>
        </a:p>
      </dgm:t>
    </dgm:pt>
    <dgm:pt modelId="{822776C2-A19F-450E-BC2D-1141AC1D7AE0}">
      <dgm:prSet/>
      <dgm:spPr/>
      <dgm:t>
        <a:bodyPr/>
        <a:lstStyle/>
        <a:p>
          <a:r>
            <a:rPr lang="en-US"/>
            <a:t>• Summarize multiple articles</a:t>
          </a:r>
        </a:p>
      </dgm:t>
    </dgm:pt>
    <dgm:pt modelId="{318AFA62-3898-4426-9776-B912D3602C4A}" type="parTrans" cxnId="{A811C92D-F9B6-4E5F-970D-82EB8612AB6A}">
      <dgm:prSet/>
      <dgm:spPr/>
      <dgm:t>
        <a:bodyPr/>
        <a:lstStyle/>
        <a:p>
          <a:endParaRPr lang="en-US"/>
        </a:p>
      </dgm:t>
    </dgm:pt>
    <dgm:pt modelId="{623E62AB-1863-416D-935B-368ACA913447}" type="sibTrans" cxnId="{A811C92D-F9B6-4E5F-970D-82EB8612AB6A}">
      <dgm:prSet/>
      <dgm:spPr/>
      <dgm:t>
        <a:bodyPr/>
        <a:lstStyle/>
        <a:p>
          <a:endParaRPr lang="en-US"/>
        </a:p>
      </dgm:t>
    </dgm:pt>
    <dgm:pt modelId="{9CF8CC68-C597-465E-87C5-FFD08DC1524C}">
      <dgm:prSet/>
      <dgm:spPr/>
      <dgm:t>
        <a:bodyPr/>
        <a:lstStyle/>
        <a:p>
          <a:r>
            <a:rPr lang="en-US"/>
            <a:t>• Generate AI-powered insights</a:t>
          </a:r>
        </a:p>
      </dgm:t>
    </dgm:pt>
    <dgm:pt modelId="{F63B550B-E650-4916-93FB-57893B72EA8D}" type="parTrans" cxnId="{8EFC244A-0B98-4FC0-90D9-4EA43F2ACFD9}">
      <dgm:prSet/>
      <dgm:spPr/>
      <dgm:t>
        <a:bodyPr/>
        <a:lstStyle/>
        <a:p>
          <a:endParaRPr lang="en-US"/>
        </a:p>
      </dgm:t>
    </dgm:pt>
    <dgm:pt modelId="{1AE9238B-735C-48D3-A171-58AD3399993F}" type="sibTrans" cxnId="{8EFC244A-0B98-4FC0-90D9-4EA43F2ACFD9}">
      <dgm:prSet/>
      <dgm:spPr/>
      <dgm:t>
        <a:bodyPr/>
        <a:lstStyle/>
        <a:p>
          <a:endParaRPr lang="en-US"/>
        </a:p>
      </dgm:t>
    </dgm:pt>
    <dgm:pt modelId="{2BFAF419-CB39-4C04-9951-53DE2C5E4A39}">
      <dgm:prSet/>
      <dgm:spPr/>
      <dgm:t>
        <a:bodyPr/>
        <a:lstStyle/>
        <a:p>
          <a:r>
            <a:rPr lang="en-US"/>
            <a:t>• Support multiple LLMs</a:t>
          </a:r>
        </a:p>
      </dgm:t>
    </dgm:pt>
    <dgm:pt modelId="{C3328B91-D9DD-474A-A01F-30C18B185B76}" type="parTrans" cxnId="{18969E4A-7FDB-436E-BA55-602676E0F21A}">
      <dgm:prSet/>
      <dgm:spPr/>
      <dgm:t>
        <a:bodyPr/>
        <a:lstStyle/>
        <a:p>
          <a:endParaRPr lang="en-US"/>
        </a:p>
      </dgm:t>
    </dgm:pt>
    <dgm:pt modelId="{5E6CDD59-A018-4D42-AA17-CDC1848A5CD3}" type="sibTrans" cxnId="{18969E4A-7FDB-436E-BA55-602676E0F21A}">
      <dgm:prSet/>
      <dgm:spPr/>
      <dgm:t>
        <a:bodyPr/>
        <a:lstStyle/>
        <a:p>
          <a:endParaRPr lang="en-US"/>
        </a:p>
      </dgm:t>
    </dgm:pt>
    <dgm:pt modelId="{BC7F30D6-F487-4D25-A07E-D3448405A6BF}">
      <dgm:prSet/>
      <dgm:spPr/>
      <dgm:t>
        <a:bodyPr/>
        <a:lstStyle/>
        <a:p>
          <a:r>
            <a:rPr lang="en-US"/>
            <a:t>• Provide downloadable reports</a:t>
          </a:r>
        </a:p>
      </dgm:t>
    </dgm:pt>
    <dgm:pt modelId="{6D834F43-648A-41BF-AE47-B6EDD84D2069}" type="parTrans" cxnId="{B069C257-E5EB-4C62-B069-D32E6CFC2074}">
      <dgm:prSet/>
      <dgm:spPr/>
      <dgm:t>
        <a:bodyPr/>
        <a:lstStyle/>
        <a:p>
          <a:endParaRPr lang="en-US"/>
        </a:p>
      </dgm:t>
    </dgm:pt>
    <dgm:pt modelId="{560422B5-0F82-4FF9-9BD8-7AEB678C7EEF}" type="sibTrans" cxnId="{B069C257-E5EB-4C62-B069-D32E6CFC2074}">
      <dgm:prSet/>
      <dgm:spPr/>
      <dgm:t>
        <a:bodyPr/>
        <a:lstStyle/>
        <a:p>
          <a:endParaRPr lang="en-US"/>
        </a:p>
      </dgm:t>
    </dgm:pt>
    <dgm:pt modelId="{96F9B1C6-5A72-4605-ABC9-4AF049E1DCD0}" type="pres">
      <dgm:prSet presAssocID="{F77E5939-B793-4628-9578-217EFBBF2A27}" presName="root" presStyleCnt="0">
        <dgm:presLayoutVars>
          <dgm:dir/>
          <dgm:resizeHandles val="exact"/>
        </dgm:presLayoutVars>
      </dgm:prSet>
      <dgm:spPr/>
    </dgm:pt>
    <dgm:pt modelId="{3D797E0F-9C05-4826-A833-AE432D04BC84}" type="pres">
      <dgm:prSet presAssocID="{80C3ABBE-5B58-4CBB-AD2E-DA4838F9F17D}" presName="compNode" presStyleCnt="0"/>
      <dgm:spPr/>
    </dgm:pt>
    <dgm:pt modelId="{A5FE947D-8008-4832-855F-B557DED843B2}" type="pres">
      <dgm:prSet presAssocID="{80C3ABBE-5B58-4CBB-AD2E-DA4838F9F17D}" presName="bgRect" presStyleLbl="bgShp" presStyleIdx="0" presStyleCnt="5"/>
      <dgm:spPr/>
    </dgm:pt>
    <dgm:pt modelId="{A9065057-2571-4562-AED5-3EBA4DD2D530}" type="pres">
      <dgm:prSet presAssocID="{80C3ABBE-5B58-4CBB-AD2E-DA4838F9F17D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BEE9D69-8692-4D94-9B9D-F5AB62F23A4A}" type="pres">
      <dgm:prSet presAssocID="{80C3ABBE-5B58-4CBB-AD2E-DA4838F9F17D}" presName="spaceRect" presStyleCnt="0"/>
      <dgm:spPr/>
    </dgm:pt>
    <dgm:pt modelId="{8C2F8464-4C52-41EA-A804-3CE44DA6B785}" type="pres">
      <dgm:prSet presAssocID="{80C3ABBE-5B58-4CBB-AD2E-DA4838F9F17D}" presName="parTx" presStyleLbl="revTx" presStyleIdx="0" presStyleCnt="5">
        <dgm:presLayoutVars>
          <dgm:chMax val="0"/>
          <dgm:chPref val="0"/>
        </dgm:presLayoutVars>
      </dgm:prSet>
      <dgm:spPr/>
    </dgm:pt>
    <dgm:pt modelId="{3743830A-10B2-495C-8EAD-8CA2AC2C4B14}" type="pres">
      <dgm:prSet presAssocID="{FF61F5A5-9693-4E03-A2C2-F1A2825DAAD5}" presName="sibTrans" presStyleCnt="0"/>
      <dgm:spPr/>
    </dgm:pt>
    <dgm:pt modelId="{8AFAFC08-2F66-4BFB-9854-2D2F8DBBF682}" type="pres">
      <dgm:prSet presAssocID="{822776C2-A19F-450E-BC2D-1141AC1D7AE0}" presName="compNode" presStyleCnt="0"/>
      <dgm:spPr/>
    </dgm:pt>
    <dgm:pt modelId="{DB0981E2-977D-4E24-A6E0-8A27394792ED}" type="pres">
      <dgm:prSet presAssocID="{822776C2-A19F-450E-BC2D-1141AC1D7AE0}" presName="bgRect" presStyleLbl="bgShp" presStyleIdx="1" presStyleCnt="5"/>
      <dgm:spPr/>
    </dgm:pt>
    <dgm:pt modelId="{0E7FDCB7-578C-48DD-81CE-6D725416C528}" type="pres">
      <dgm:prSet presAssocID="{822776C2-A19F-450E-BC2D-1141AC1D7AE0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1955ED2-9F31-461B-993D-B52F3C552F13}" type="pres">
      <dgm:prSet presAssocID="{822776C2-A19F-450E-BC2D-1141AC1D7AE0}" presName="spaceRect" presStyleCnt="0"/>
      <dgm:spPr/>
    </dgm:pt>
    <dgm:pt modelId="{F5763466-F4DD-431E-A002-82D1FE238484}" type="pres">
      <dgm:prSet presAssocID="{822776C2-A19F-450E-BC2D-1141AC1D7AE0}" presName="parTx" presStyleLbl="revTx" presStyleIdx="1" presStyleCnt="5">
        <dgm:presLayoutVars>
          <dgm:chMax val="0"/>
          <dgm:chPref val="0"/>
        </dgm:presLayoutVars>
      </dgm:prSet>
      <dgm:spPr/>
    </dgm:pt>
    <dgm:pt modelId="{57434234-EC91-4867-9BA0-9E3779DAA7E7}" type="pres">
      <dgm:prSet presAssocID="{623E62AB-1863-416D-935B-368ACA913447}" presName="sibTrans" presStyleCnt="0"/>
      <dgm:spPr/>
    </dgm:pt>
    <dgm:pt modelId="{BA9D56AC-C960-4454-94FD-6D6D61FBD38B}" type="pres">
      <dgm:prSet presAssocID="{9CF8CC68-C597-465E-87C5-FFD08DC1524C}" presName="compNode" presStyleCnt="0"/>
      <dgm:spPr/>
    </dgm:pt>
    <dgm:pt modelId="{50E3937E-9F7A-4AC2-94E7-A43B4AECDB00}" type="pres">
      <dgm:prSet presAssocID="{9CF8CC68-C597-465E-87C5-FFD08DC1524C}" presName="bgRect" presStyleLbl="bgShp" presStyleIdx="2" presStyleCnt="5"/>
      <dgm:spPr/>
    </dgm:pt>
    <dgm:pt modelId="{6BC092F0-08E9-4F78-A58D-AB22CCC42977}" type="pres">
      <dgm:prSet presAssocID="{9CF8CC68-C597-465E-87C5-FFD08DC1524C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8AF2BDB-0338-472B-8631-D02DB12753B7}" type="pres">
      <dgm:prSet presAssocID="{9CF8CC68-C597-465E-87C5-FFD08DC1524C}" presName="spaceRect" presStyleCnt="0"/>
      <dgm:spPr/>
    </dgm:pt>
    <dgm:pt modelId="{BA7F555D-B727-4799-AB15-27980DF5C08C}" type="pres">
      <dgm:prSet presAssocID="{9CF8CC68-C597-465E-87C5-FFD08DC1524C}" presName="parTx" presStyleLbl="revTx" presStyleIdx="2" presStyleCnt="5">
        <dgm:presLayoutVars>
          <dgm:chMax val="0"/>
          <dgm:chPref val="0"/>
        </dgm:presLayoutVars>
      </dgm:prSet>
      <dgm:spPr/>
    </dgm:pt>
    <dgm:pt modelId="{E319C4D2-6E9E-418B-A405-5737449249B6}" type="pres">
      <dgm:prSet presAssocID="{1AE9238B-735C-48D3-A171-58AD3399993F}" presName="sibTrans" presStyleCnt="0"/>
      <dgm:spPr/>
    </dgm:pt>
    <dgm:pt modelId="{3DE3145B-CF51-4A08-8CCD-704DF055B1CD}" type="pres">
      <dgm:prSet presAssocID="{2BFAF419-CB39-4C04-9951-53DE2C5E4A39}" presName="compNode" presStyleCnt="0"/>
      <dgm:spPr/>
    </dgm:pt>
    <dgm:pt modelId="{BE1FE991-6F78-49A7-8A8C-22D67EB45ECC}" type="pres">
      <dgm:prSet presAssocID="{2BFAF419-CB39-4C04-9951-53DE2C5E4A39}" presName="bgRect" presStyleLbl="bgShp" presStyleIdx="3" presStyleCnt="5"/>
      <dgm:spPr/>
    </dgm:pt>
    <dgm:pt modelId="{6BE833C8-F7A0-4F81-B33D-3B38CC56E916}" type="pres">
      <dgm:prSet presAssocID="{2BFAF419-CB39-4C04-9951-53DE2C5E4A39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FFB865C7-B124-4E53-84EE-523AC895F491}" type="pres">
      <dgm:prSet presAssocID="{2BFAF419-CB39-4C04-9951-53DE2C5E4A39}" presName="spaceRect" presStyleCnt="0"/>
      <dgm:spPr/>
    </dgm:pt>
    <dgm:pt modelId="{36A039D8-CA4A-4BA2-9003-36D0ACB492DE}" type="pres">
      <dgm:prSet presAssocID="{2BFAF419-CB39-4C04-9951-53DE2C5E4A39}" presName="parTx" presStyleLbl="revTx" presStyleIdx="3" presStyleCnt="5">
        <dgm:presLayoutVars>
          <dgm:chMax val="0"/>
          <dgm:chPref val="0"/>
        </dgm:presLayoutVars>
      </dgm:prSet>
      <dgm:spPr/>
    </dgm:pt>
    <dgm:pt modelId="{6340669A-F1A6-4001-8EEA-D06954F27024}" type="pres">
      <dgm:prSet presAssocID="{5E6CDD59-A018-4D42-AA17-CDC1848A5CD3}" presName="sibTrans" presStyleCnt="0"/>
      <dgm:spPr/>
    </dgm:pt>
    <dgm:pt modelId="{3CFCD120-CD15-4A53-B583-8CECC197507B}" type="pres">
      <dgm:prSet presAssocID="{BC7F30D6-F487-4D25-A07E-D3448405A6BF}" presName="compNode" presStyleCnt="0"/>
      <dgm:spPr/>
    </dgm:pt>
    <dgm:pt modelId="{3239EFF9-57AB-4141-B644-C6D0F2788068}" type="pres">
      <dgm:prSet presAssocID="{BC7F30D6-F487-4D25-A07E-D3448405A6BF}" presName="bgRect" presStyleLbl="bgShp" presStyleIdx="4" presStyleCnt="5"/>
      <dgm:spPr/>
    </dgm:pt>
    <dgm:pt modelId="{D7E0AB49-B3C0-4D10-8E61-BACAE4E7D764}" type="pres">
      <dgm:prSet presAssocID="{BC7F30D6-F487-4D25-A07E-D3448405A6BF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AA41197A-2ADA-476E-9967-A7C6A0B12D29}" type="pres">
      <dgm:prSet presAssocID="{BC7F30D6-F487-4D25-A07E-D3448405A6BF}" presName="spaceRect" presStyleCnt="0"/>
      <dgm:spPr/>
    </dgm:pt>
    <dgm:pt modelId="{8ACB701C-EE9C-4174-A1F4-1918E8E050EF}" type="pres">
      <dgm:prSet presAssocID="{BC7F30D6-F487-4D25-A07E-D3448405A6B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A565B0D-5A3E-4BD1-8191-1EEB417E778D}" type="presOf" srcId="{822776C2-A19F-450E-BC2D-1141AC1D7AE0}" destId="{F5763466-F4DD-431E-A002-82D1FE238484}" srcOrd="0" destOrd="0" presId="urn:microsoft.com/office/officeart/2018/2/layout/IconVerticalSolidList"/>
    <dgm:cxn modelId="{1D9A032C-210B-45F3-B30B-83DA5EED5602}" type="presOf" srcId="{2BFAF419-CB39-4C04-9951-53DE2C5E4A39}" destId="{36A039D8-CA4A-4BA2-9003-36D0ACB492DE}" srcOrd="0" destOrd="0" presId="urn:microsoft.com/office/officeart/2018/2/layout/IconVerticalSolidList"/>
    <dgm:cxn modelId="{A811C92D-F9B6-4E5F-970D-82EB8612AB6A}" srcId="{F77E5939-B793-4628-9578-217EFBBF2A27}" destId="{822776C2-A19F-450E-BC2D-1141AC1D7AE0}" srcOrd="1" destOrd="0" parTransId="{318AFA62-3898-4426-9776-B912D3602C4A}" sibTransId="{623E62AB-1863-416D-935B-368ACA913447}"/>
    <dgm:cxn modelId="{8EFC244A-0B98-4FC0-90D9-4EA43F2ACFD9}" srcId="{F77E5939-B793-4628-9578-217EFBBF2A27}" destId="{9CF8CC68-C597-465E-87C5-FFD08DC1524C}" srcOrd="2" destOrd="0" parTransId="{F63B550B-E650-4916-93FB-57893B72EA8D}" sibTransId="{1AE9238B-735C-48D3-A171-58AD3399993F}"/>
    <dgm:cxn modelId="{18969E4A-7FDB-436E-BA55-602676E0F21A}" srcId="{F77E5939-B793-4628-9578-217EFBBF2A27}" destId="{2BFAF419-CB39-4C04-9951-53DE2C5E4A39}" srcOrd="3" destOrd="0" parTransId="{C3328B91-D9DD-474A-A01F-30C18B185B76}" sibTransId="{5E6CDD59-A018-4D42-AA17-CDC1848A5CD3}"/>
    <dgm:cxn modelId="{9149B36A-B6E1-4BA1-A91A-113F2C01185B}" type="presOf" srcId="{BC7F30D6-F487-4D25-A07E-D3448405A6BF}" destId="{8ACB701C-EE9C-4174-A1F4-1918E8E050EF}" srcOrd="0" destOrd="0" presId="urn:microsoft.com/office/officeart/2018/2/layout/IconVerticalSolidList"/>
    <dgm:cxn modelId="{86251A4C-3A40-44AA-9962-21F43D21B589}" type="presOf" srcId="{9CF8CC68-C597-465E-87C5-FFD08DC1524C}" destId="{BA7F555D-B727-4799-AB15-27980DF5C08C}" srcOrd="0" destOrd="0" presId="urn:microsoft.com/office/officeart/2018/2/layout/IconVerticalSolidList"/>
    <dgm:cxn modelId="{B069C257-E5EB-4C62-B069-D32E6CFC2074}" srcId="{F77E5939-B793-4628-9578-217EFBBF2A27}" destId="{BC7F30D6-F487-4D25-A07E-D3448405A6BF}" srcOrd="4" destOrd="0" parTransId="{6D834F43-648A-41BF-AE47-B6EDD84D2069}" sibTransId="{560422B5-0F82-4FF9-9BD8-7AEB678C7EEF}"/>
    <dgm:cxn modelId="{294D1359-F8D7-4914-9104-6E1C73B2056E}" type="presOf" srcId="{80C3ABBE-5B58-4CBB-AD2E-DA4838F9F17D}" destId="{8C2F8464-4C52-41EA-A804-3CE44DA6B785}" srcOrd="0" destOrd="0" presId="urn:microsoft.com/office/officeart/2018/2/layout/IconVerticalSolidList"/>
    <dgm:cxn modelId="{E9D9C19A-7290-4BE2-9CF2-CA18E9BD8755}" srcId="{F77E5939-B793-4628-9578-217EFBBF2A27}" destId="{80C3ABBE-5B58-4CBB-AD2E-DA4838F9F17D}" srcOrd="0" destOrd="0" parTransId="{921AD713-5AEA-4F72-82CA-7176C496E128}" sibTransId="{FF61F5A5-9693-4E03-A2C2-F1A2825DAAD5}"/>
    <dgm:cxn modelId="{799C4BE8-F78A-44D0-9D92-BBDB1FFBFEB0}" type="presOf" srcId="{F77E5939-B793-4628-9578-217EFBBF2A27}" destId="{96F9B1C6-5A72-4605-ABC9-4AF049E1DCD0}" srcOrd="0" destOrd="0" presId="urn:microsoft.com/office/officeart/2018/2/layout/IconVerticalSolidList"/>
    <dgm:cxn modelId="{20E57501-9B9F-4C71-945C-8571BE78F3E0}" type="presParOf" srcId="{96F9B1C6-5A72-4605-ABC9-4AF049E1DCD0}" destId="{3D797E0F-9C05-4826-A833-AE432D04BC84}" srcOrd="0" destOrd="0" presId="urn:microsoft.com/office/officeart/2018/2/layout/IconVerticalSolidList"/>
    <dgm:cxn modelId="{BE374398-AE44-4957-A14C-3C0F9279C63D}" type="presParOf" srcId="{3D797E0F-9C05-4826-A833-AE432D04BC84}" destId="{A5FE947D-8008-4832-855F-B557DED843B2}" srcOrd="0" destOrd="0" presId="urn:microsoft.com/office/officeart/2018/2/layout/IconVerticalSolidList"/>
    <dgm:cxn modelId="{270482C5-686C-4ED1-B3F0-583CD02B77EF}" type="presParOf" srcId="{3D797E0F-9C05-4826-A833-AE432D04BC84}" destId="{A9065057-2571-4562-AED5-3EBA4DD2D530}" srcOrd="1" destOrd="0" presId="urn:microsoft.com/office/officeart/2018/2/layout/IconVerticalSolidList"/>
    <dgm:cxn modelId="{33274770-BB58-4BF3-B069-07D4EA749384}" type="presParOf" srcId="{3D797E0F-9C05-4826-A833-AE432D04BC84}" destId="{BBEE9D69-8692-4D94-9B9D-F5AB62F23A4A}" srcOrd="2" destOrd="0" presId="urn:microsoft.com/office/officeart/2018/2/layout/IconVerticalSolidList"/>
    <dgm:cxn modelId="{B42FF5CE-DE51-48E3-9540-16EC45A2358B}" type="presParOf" srcId="{3D797E0F-9C05-4826-A833-AE432D04BC84}" destId="{8C2F8464-4C52-41EA-A804-3CE44DA6B785}" srcOrd="3" destOrd="0" presId="urn:microsoft.com/office/officeart/2018/2/layout/IconVerticalSolidList"/>
    <dgm:cxn modelId="{F69E6881-E2CD-465C-B7B4-EC151FBA6F15}" type="presParOf" srcId="{96F9B1C6-5A72-4605-ABC9-4AF049E1DCD0}" destId="{3743830A-10B2-495C-8EAD-8CA2AC2C4B14}" srcOrd="1" destOrd="0" presId="urn:microsoft.com/office/officeart/2018/2/layout/IconVerticalSolidList"/>
    <dgm:cxn modelId="{D536D264-E912-4A50-906B-AC31299EAAE0}" type="presParOf" srcId="{96F9B1C6-5A72-4605-ABC9-4AF049E1DCD0}" destId="{8AFAFC08-2F66-4BFB-9854-2D2F8DBBF682}" srcOrd="2" destOrd="0" presId="urn:microsoft.com/office/officeart/2018/2/layout/IconVerticalSolidList"/>
    <dgm:cxn modelId="{F701EA4C-E1F5-46F5-B47D-D2580AF259A8}" type="presParOf" srcId="{8AFAFC08-2F66-4BFB-9854-2D2F8DBBF682}" destId="{DB0981E2-977D-4E24-A6E0-8A27394792ED}" srcOrd="0" destOrd="0" presId="urn:microsoft.com/office/officeart/2018/2/layout/IconVerticalSolidList"/>
    <dgm:cxn modelId="{57A90CAA-A1B1-4D3B-B7FE-76B3026AB925}" type="presParOf" srcId="{8AFAFC08-2F66-4BFB-9854-2D2F8DBBF682}" destId="{0E7FDCB7-578C-48DD-81CE-6D725416C528}" srcOrd="1" destOrd="0" presId="urn:microsoft.com/office/officeart/2018/2/layout/IconVerticalSolidList"/>
    <dgm:cxn modelId="{1C72752B-7EFC-4C65-9073-29FD75FB2AB9}" type="presParOf" srcId="{8AFAFC08-2F66-4BFB-9854-2D2F8DBBF682}" destId="{F1955ED2-9F31-461B-993D-B52F3C552F13}" srcOrd="2" destOrd="0" presId="urn:microsoft.com/office/officeart/2018/2/layout/IconVerticalSolidList"/>
    <dgm:cxn modelId="{26C6E8FD-6FB8-4127-ACF3-5761FA38D08C}" type="presParOf" srcId="{8AFAFC08-2F66-4BFB-9854-2D2F8DBBF682}" destId="{F5763466-F4DD-431E-A002-82D1FE238484}" srcOrd="3" destOrd="0" presId="urn:microsoft.com/office/officeart/2018/2/layout/IconVerticalSolidList"/>
    <dgm:cxn modelId="{0CC27D3B-B871-4752-9C83-4BAA3CF06636}" type="presParOf" srcId="{96F9B1C6-5A72-4605-ABC9-4AF049E1DCD0}" destId="{57434234-EC91-4867-9BA0-9E3779DAA7E7}" srcOrd="3" destOrd="0" presId="urn:microsoft.com/office/officeart/2018/2/layout/IconVerticalSolidList"/>
    <dgm:cxn modelId="{6C5DB5A1-36FF-44D6-9036-C231B757496E}" type="presParOf" srcId="{96F9B1C6-5A72-4605-ABC9-4AF049E1DCD0}" destId="{BA9D56AC-C960-4454-94FD-6D6D61FBD38B}" srcOrd="4" destOrd="0" presId="urn:microsoft.com/office/officeart/2018/2/layout/IconVerticalSolidList"/>
    <dgm:cxn modelId="{BCC3D1AE-26D2-498E-A65C-BE0605B9A0C3}" type="presParOf" srcId="{BA9D56AC-C960-4454-94FD-6D6D61FBD38B}" destId="{50E3937E-9F7A-4AC2-94E7-A43B4AECDB00}" srcOrd="0" destOrd="0" presId="urn:microsoft.com/office/officeart/2018/2/layout/IconVerticalSolidList"/>
    <dgm:cxn modelId="{CC271E6F-7929-48D4-A389-C1961F304217}" type="presParOf" srcId="{BA9D56AC-C960-4454-94FD-6D6D61FBD38B}" destId="{6BC092F0-08E9-4F78-A58D-AB22CCC42977}" srcOrd="1" destOrd="0" presId="urn:microsoft.com/office/officeart/2018/2/layout/IconVerticalSolidList"/>
    <dgm:cxn modelId="{5AB535C8-2D33-4AD8-B152-FDF721C41F08}" type="presParOf" srcId="{BA9D56AC-C960-4454-94FD-6D6D61FBD38B}" destId="{58AF2BDB-0338-472B-8631-D02DB12753B7}" srcOrd="2" destOrd="0" presId="urn:microsoft.com/office/officeart/2018/2/layout/IconVerticalSolidList"/>
    <dgm:cxn modelId="{5C02E77D-5439-4DE5-A4E3-21BBEAFFC341}" type="presParOf" srcId="{BA9D56AC-C960-4454-94FD-6D6D61FBD38B}" destId="{BA7F555D-B727-4799-AB15-27980DF5C08C}" srcOrd="3" destOrd="0" presId="urn:microsoft.com/office/officeart/2018/2/layout/IconVerticalSolidList"/>
    <dgm:cxn modelId="{096E5CF0-DEF3-4CBB-AC1C-75C299F11920}" type="presParOf" srcId="{96F9B1C6-5A72-4605-ABC9-4AF049E1DCD0}" destId="{E319C4D2-6E9E-418B-A405-5737449249B6}" srcOrd="5" destOrd="0" presId="urn:microsoft.com/office/officeart/2018/2/layout/IconVerticalSolidList"/>
    <dgm:cxn modelId="{B381D1A6-E7B0-4E86-9A73-8331F79B7B05}" type="presParOf" srcId="{96F9B1C6-5A72-4605-ABC9-4AF049E1DCD0}" destId="{3DE3145B-CF51-4A08-8CCD-704DF055B1CD}" srcOrd="6" destOrd="0" presId="urn:microsoft.com/office/officeart/2018/2/layout/IconVerticalSolidList"/>
    <dgm:cxn modelId="{58C417ED-4D58-4ECE-AC6E-EE3132058F4C}" type="presParOf" srcId="{3DE3145B-CF51-4A08-8CCD-704DF055B1CD}" destId="{BE1FE991-6F78-49A7-8A8C-22D67EB45ECC}" srcOrd="0" destOrd="0" presId="urn:microsoft.com/office/officeart/2018/2/layout/IconVerticalSolidList"/>
    <dgm:cxn modelId="{BFCE0C4A-6F5A-44BD-BE17-1D9A051ED103}" type="presParOf" srcId="{3DE3145B-CF51-4A08-8CCD-704DF055B1CD}" destId="{6BE833C8-F7A0-4F81-B33D-3B38CC56E916}" srcOrd="1" destOrd="0" presId="urn:microsoft.com/office/officeart/2018/2/layout/IconVerticalSolidList"/>
    <dgm:cxn modelId="{3D9378A2-330D-4BE4-A141-49B3977DF8F7}" type="presParOf" srcId="{3DE3145B-CF51-4A08-8CCD-704DF055B1CD}" destId="{FFB865C7-B124-4E53-84EE-523AC895F491}" srcOrd="2" destOrd="0" presId="urn:microsoft.com/office/officeart/2018/2/layout/IconVerticalSolidList"/>
    <dgm:cxn modelId="{23946F27-CC41-4446-9ACA-59A7856A0BEE}" type="presParOf" srcId="{3DE3145B-CF51-4A08-8CCD-704DF055B1CD}" destId="{36A039D8-CA4A-4BA2-9003-36D0ACB492DE}" srcOrd="3" destOrd="0" presId="urn:microsoft.com/office/officeart/2018/2/layout/IconVerticalSolidList"/>
    <dgm:cxn modelId="{A878359A-7E5E-45AE-9D5B-2E62846D6EF2}" type="presParOf" srcId="{96F9B1C6-5A72-4605-ABC9-4AF049E1DCD0}" destId="{6340669A-F1A6-4001-8EEA-D06954F27024}" srcOrd="7" destOrd="0" presId="urn:microsoft.com/office/officeart/2018/2/layout/IconVerticalSolidList"/>
    <dgm:cxn modelId="{4B3E2526-A650-46BA-92E6-40EC68B61845}" type="presParOf" srcId="{96F9B1C6-5A72-4605-ABC9-4AF049E1DCD0}" destId="{3CFCD120-CD15-4A53-B583-8CECC197507B}" srcOrd="8" destOrd="0" presId="urn:microsoft.com/office/officeart/2018/2/layout/IconVerticalSolidList"/>
    <dgm:cxn modelId="{A40B3E44-FF26-4776-9057-CB32B41F5D4F}" type="presParOf" srcId="{3CFCD120-CD15-4A53-B583-8CECC197507B}" destId="{3239EFF9-57AB-4141-B644-C6D0F2788068}" srcOrd="0" destOrd="0" presId="urn:microsoft.com/office/officeart/2018/2/layout/IconVerticalSolidList"/>
    <dgm:cxn modelId="{32C4641D-FC50-4805-9B8C-656CCA2C6F3E}" type="presParOf" srcId="{3CFCD120-CD15-4A53-B583-8CECC197507B}" destId="{D7E0AB49-B3C0-4D10-8E61-BACAE4E7D764}" srcOrd="1" destOrd="0" presId="urn:microsoft.com/office/officeart/2018/2/layout/IconVerticalSolidList"/>
    <dgm:cxn modelId="{DC08D4D7-93CE-4D9E-91E0-FDA0929F5A51}" type="presParOf" srcId="{3CFCD120-CD15-4A53-B583-8CECC197507B}" destId="{AA41197A-2ADA-476E-9967-A7C6A0B12D29}" srcOrd="2" destOrd="0" presId="urn:microsoft.com/office/officeart/2018/2/layout/IconVerticalSolidList"/>
    <dgm:cxn modelId="{713CC187-6266-4937-9C35-836A632BA04F}" type="presParOf" srcId="{3CFCD120-CD15-4A53-B583-8CECC197507B}" destId="{8ACB701C-EE9C-4174-A1F4-1918E8E050E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33FFD7-2590-4EAA-8F5F-3A33E23865C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D7C3FD6-14B7-4F26-8642-455E1012EA8B}">
      <dgm:prSet/>
      <dgm:spPr/>
      <dgm:t>
        <a:bodyPr/>
        <a:lstStyle/>
        <a:p>
          <a:r>
            <a:rPr lang="en-US"/>
            <a:t>• Automated news research workflow</a:t>
          </a:r>
        </a:p>
      </dgm:t>
    </dgm:pt>
    <dgm:pt modelId="{2EFEE1DF-FFC2-47C3-86C6-4ACBABAFAF54}" type="parTrans" cxnId="{F6F71139-B497-44B9-B70F-A1A5F641F32A}">
      <dgm:prSet/>
      <dgm:spPr/>
      <dgm:t>
        <a:bodyPr/>
        <a:lstStyle/>
        <a:p>
          <a:endParaRPr lang="en-US"/>
        </a:p>
      </dgm:t>
    </dgm:pt>
    <dgm:pt modelId="{48C3FC61-4348-4DE3-A07B-CC33177567A1}" type="sibTrans" cxnId="{F6F71139-B497-44B9-B70F-A1A5F641F32A}">
      <dgm:prSet/>
      <dgm:spPr/>
      <dgm:t>
        <a:bodyPr/>
        <a:lstStyle/>
        <a:p>
          <a:endParaRPr lang="en-US"/>
        </a:p>
      </dgm:t>
    </dgm:pt>
    <dgm:pt modelId="{786B1586-0DEC-41B7-8C83-0B64BBCA01DD}">
      <dgm:prSet/>
      <dgm:spPr/>
      <dgm:t>
        <a:bodyPr/>
        <a:lstStyle/>
        <a:p>
          <a:r>
            <a:rPr lang="en-US"/>
            <a:t>• Reduced manual effort by approximately 70–80%</a:t>
          </a:r>
        </a:p>
      </dgm:t>
    </dgm:pt>
    <dgm:pt modelId="{06EA5E26-8DD4-4A74-AF9E-CCC76773CD49}" type="parTrans" cxnId="{44E3E314-222C-4E56-B431-263119E302AC}">
      <dgm:prSet/>
      <dgm:spPr/>
      <dgm:t>
        <a:bodyPr/>
        <a:lstStyle/>
        <a:p>
          <a:endParaRPr lang="en-US"/>
        </a:p>
      </dgm:t>
    </dgm:pt>
    <dgm:pt modelId="{1C43945F-68A5-4CF9-885F-F5F17D5A0EAF}" type="sibTrans" cxnId="{44E3E314-222C-4E56-B431-263119E302AC}">
      <dgm:prSet/>
      <dgm:spPr/>
      <dgm:t>
        <a:bodyPr/>
        <a:lstStyle/>
        <a:p>
          <a:endParaRPr lang="en-US"/>
        </a:p>
      </dgm:t>
    </dgm:pt>
    <dgm:pt modelId="{8B6AFD63-028A-46BA-9CFF-C01A56A88CEA}">
      <dgm:prSet/>
      <dgm:spPr/>
      <dgm:t>
        <a:bodyPr/>
        <a:lstStyle/>
        <a:p>
          <a:r>
            <a:rPr lang="en-US"/>
            <a:t>• Generated insights within seconds</a:t>
          </a:r>
        </a:p>
      </dgm:t>
    </dgm:pt>
    <dgm:pt modelId="{EC76A6FC-90F3-4B21-AF7C-3CB792DFC7CE}" type="parTrans" cxnId="{07BE6E08-74CB-4F15-99C8-14D6837F02B6}">
      <dgm:prSet/>
      <dgm:spPr/>
      <dgm:t>
        <a:bodyPr/>
        <a:lstStyle/>
        <a:p>
          <a:endParaRPr lang="en-US"/>
        </a:p>
      </dgm:t>
    </dgm:pt>
    <dgm:pt modelId="{DED3D26B-E811-4CB6-A0A6-C6ECC5FE7D40}" type="sibTrans" cxnId="{07BE6E08-74CB-4F15-99C8-14D6837F02B6}">
      <dgm:prSet/>
      <dgm:spPr/>
      <dgm:t>
        <a:bodyPr/>
        <a:lstStyle/>
        <a:p>
          <a:endParaRPr lang="en-US"/>
        </a:p>
      </dgm:t>
    </dgm:pt>
    <dgm:pt modelId="{1AE8CA52-2E55-47A8-8B4A-C32DA711E60D}">
      <dgm:prSet/>
      <dgm:spPr/>
      <dgm:t>
        <a:bodyPr/>
        <a:lstStyle/>
        <a:p>
          <a:r>
            <a:rPr lang="en-US"/>
            <a:t>• Supported multiple AI models</a:t>
          </a:r>
        </a:p>
      </dgm:t>
    </dgm:pt>
    <dgm:pt modelId="{8A2D4D95-820A-4DA1-B2F4-66ECC4C753A9}" type="parTrans" cxnId="{7E9091F7-30DC-4D04-AEE2-6BA185FA6499}">
      <dgm:prSet/>
      <dgm:spPr/>
      <dgm:t>
        <a:bodyPr/>
        <a:lstStyle/>
        <a:p>
          <a:endParaRPr lang="en-US"/>
        </a:p>
      </dgm:t>
    </dgm:pt>
    <dgm:pt modelId="{F8A691F6-DCD8-4A09-9F47-A03A1C52B01D}" type="sibTrans" cxnId="{7E9091F7-30DC-4D04-AEE2-6BA185FA6499}">
      <dgm:prSet/>
      <dgm:spPr/>
      <dgm:t>
        <a:bodyPr/>
        <a:lstStyle/>
        <a:p>
          <a:endParaRPr lang="en-US"/>
        </a:p>
      </dgm:t>
    </dgm:pt>
    <dgm:pt modelId="{8A246240-6EEC-4B8F-B9AF-2B894A7F0A6E}">
      <dgm:prSet/>
      <dgm:spPr/>
      <dgm:t>
        <a:bodyPr/>
        <a:lstStyle/>
        <a:p>
          <a:r>
            <a:rPr lang="en-US"/>
            <a:t>• Improved analyst productivity</a:t>
          </a:r>
        </a:p>
      </dgm:t>
    </dgm:pt>
    <dgm:pt modelId="{1ED8AEF2-B2CB-47A2-938A-8030C08368F6}" type="parTrans" cxnId="{774E6853-287A-4F8F-84A1-49431C4CD3BD}">
      <dgm:prSet/>
      <dgm:spPr/>
      <dgm:t>
        <a:bodyPr/>
        <a:lstStyle/>
        <a:p>
          <a:endParaRPr lang="en-US"/>
        </a:p>
      </dgm:t>
    </dgm:pt>
    <dgm:pt modelId="{11809347-FF2F-4C3F-9192-774D4F8AC379}" type="sibTrans" cxnId="{774E6853-287A-4F8F-84A1-49431C4CD3BD}">
      <dgm:prSet/>
      <dgm:spPr/>
      <dgm:t>
        <a:bodyPr/>
        <a:lstStyle/>
        <a:p>
          <a:endParaRPr lang="en-US"/>
        </a:p>
      </dgm:t>
    </dgm:pt>
    <dgm:pt modelId="{473B8B7B-B613-40C1-906A-084AAA5D1AB9}" type="pres">
      <dgm:prSet presAssocID="{E133FFD7-2590-4EAA-8F5F-3A33E23865C5}" presName="root" presStyleCnt="0">
        <dgm:presLayoutVars>
          <dgm:dir/>
          <dgm:resizeHandles val="exact"/>
        </dgm:presLayoutVars>
      </dgm:prSet>
      <dgm:spPr/>
    </dgm:pt>
    <dgm:pt modelId="{1AD9C0B1-77AC-49A7-B357-AE447E7BDBF8}" type="pres">
      <dgm:prSet presAssocID="{4D7C3FD6-14B7-4F26-8642-455E1012EA8B}" presName="compNode" presStyleCnt="0"/>
      <dgm:spPr/>
    </dgm:pt>
    <dgm:pt modelId="{8FE7D4F6-6285-4766-BE9C-92A92F854206}" type="pres">
      <dgm:prSet presAssocID="{4D7C3FD6-14B7-4F26-8642-455E1012EA8B}" presName="bgRect" presStyleLbl="bgShp" presStyleIdx="0" presStyleCnt="5"/>
      <dgm:spPr/>
    </dgm:pt>
    <dgm:pt modelId="{D973D683-1036-488E-B54B-12B01C62152D}" type="pres">
      <dgm:prSet presAssocID="{4D7C3FD6-14B7-4F26-8642-455E1012EA8B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58599AC4-701F-4C77-A188-8F5092B5C95B}" type="pres">
      <dgm:prSet presAssocID="{4D7C3FD6-14B7-4F26-8642-455E1012EA8B}" presName="spaceRect" presStyleCnt="0"/>
      <dgm:spPr/>
    </dgm:pt>
    <dgm:pt modelId="{93A08C40-34BE-4E49-B27C-A2646633DE1A}" type="pres">
      <dgm:prSet presAssocID="{4D7C3FD6-14B7-4F26-8642-455E1012EA8B}" presName="parTx" presStyleLbl="revTx" presStyleIdx="0" presStyleCnt="5">
        <dgm:presLayoutVars>
          <dgm:chMax val="0"/>
          <dgm:chPref val="0"/>
        </dgm:presLayoutVars>
      </dgm:prSet>
      <dgm:spPr/>
    </dgm:pt>
    <dgm:pt modelId="{D0B4618D-43CF-4C1B-8BFF-CDCFE105AA4B}" type="pres">
      <dgm:prSet presAssocID="{48C3FC61-4348-4DE3-A07B-CC33177567A1}" presName="sibTrans" presStyleCnt="0"/>
      <dgm:spPr/>
    </dgm:pt>
    <dgm:pt modelId="{76D20FCE-2715-4A08-877C-C24534DAA057}" type="pres">
      <dgm:prSet presAssocID="{786B1586-0DEC-41B7-8C83-0B64BBCA01DD}" presName="compNode" presStyleCnt="0"/>
      <dgm:spPr/>
    </dgm:pt>
    <dgm:pt modelId="{9FC67339-A780-47F7-9584-31AA5B09D195}" type="pres">
      <dgm:prSet presAssocID="{786B1586-0DEC-41B7-8C83-0B64BBCA01DD}" presName="bgRect" presStyleLbl="bgShp" presStyleIdx="1" presStyleCnt="5"/>
      <dgm:spPr/>
    </dgm:pt>
    <dgm:pt modelId="{C584AD7B-5E82-49D7-A9BE-692D9C3D27D1}" type="pres">
      <dgm:prSet presAssocID="{786B1586-0DEC-41B7-8C83-0B64BBCA01D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28B15F4-2F81-4CB3-B082-8C51EB930AA8}" type="pres">
      <dgm:prSet presAssocID="{786B1586-0DEC-41B7-8C83-0B64BBCA01DD}" presName="spaceRect" presStyleCnt="0"/>
      <dgm:spPr/>
    </dgm:pt>
    <dgm:pt modelId="{5D90421F-C27C-428F-8047-2355938BB648}" type="pres">
      <dgm:prSet presAssocID="{786B1586-0DEC-41B7-8C83-0B64BBCA01DD}" presName="parTx" presStyleLbl="revTx" presStyleIdx="1" presStyleCnt="5">
        <dgm:presLayoutVars>
          <dgm:chMax val="0"/>
          <dgm:chPref val="0"/>
        </dgm:presLayoutVars>
      </dgm:prSet>
      <dgm:spPr/>
    </dgm:pt>
    <dgm:pt modelId="{2548B6CA-87CE-4D12-81CE-B3EF04D549F9}" type="pres">
      <dgm:prSet presAssocID="{1C43945F-68A5-4CF9-885F-F5F17D5A0EAF}" presName="sibTrans" presStyleCnt="0"/>
      <dgm:spPr/>
    </dgm:pt>
    <dgm:pt modelId="{7FF516D4-C165-4EAB-A971-EA7E2359F4B8}" type="pres">
      <dgm:prSet presAssocID="{8B6AFD63-028A-46BA-9CFF-C01A56A88CEA}" presName="compNode" presStyleCnt="0"/>
      <dgm:spPr/>
    </dgm:pt>
    <dgm:pt modelId="{D68E37B5-78D6-4150-B924-DDDF5BAFB738}" type="pres">
      <dgm:prSet presAssocID="{8B6AFD63-028A-46BA-9CFF-C01A56A88CEA}" presName="bgRect" presStyleLbl="bgShp" presStyleIdx="2" presStyleCnt="5"/>
      <dgm:spPr/>
    </dgm:pt>
    <dgm:pt modelId="{2924E344-0F20-4EAC-BDEF-FE82069D512F}" type="pres">
      <dgm:prSet presAssocID="{8B6AFD63-028A-46BA-9CFF-C01A56A88CE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FFF6D105-2D49-4E85-ADC6-2E1D6DD30F7F}" type="pres">
      <dgm:prSet presAssocID="{8B6AFD63-028A-46BA-9CFF-C01A56A88CEA}" presName="spaceRect" presStyleCnt="0"/>
      <dgm:spPr/>
    </dgm:pt>
    <dgm:pt modelId="{500AD91C-B7CF-4321-95F3-75EDE892EE43}" type="pres">
      <dgm:prSet presAssocID="{8B6AFD63-028A-46BA-9CFF-C01A56A88CEA}" presName="parTx" presStyleLbl="revTx" presStyleIdx="2" presStyleCnt="5">
        <dgm:presLayoutVars>
          <dgm:chMax val="0"/>
          <dgm:chPref val="0"/>
        </dgm:presLayoutVars>
      </dgm:prSet>
      <dgm:spPr/>
    </dgm:pt>
    <dgm:pt modelId="{D0FD8066-94FD-41C2-9A1D-72D9115F4A7D}" type="pres">
      <dgm:prSet presAssocID="{DED3D26B-E811-4CB6-A0A6-C6ECC5FE7D40}" presName="sibTrans" presStyleCnt="0"/>
      <dgm:spPr/>
    </dgm:pt>
    <dgm:pt modelId="{DE5A226F-A020-4943-AA22-CE0A158090EA}" type="pres">
      <dgm:prSet presAssocID="{1AE8CA52-2E55-47A8-8B4A-C32DA711E60D}" presName="compNode" presStyleCnt="0"/>
      <dgm:spPr/>
    </dgm:pt>
    <dgm:pt modelId="{D1A544C6-6A72-4191-A812-409D754B75F2}" type="pres">
      <dgm:prSet presAssocID="{1AE8CA52-2E55-47A8-8B4A-C32DA711E60D}" presName="bgRect" presStyleLbl="bgShp" presStyleIdx="3" presStyleCnt="5"/>
      <dgm:spPr/>
    </dgm:pt>
    <dgm:pt modelId="{A3153D0C-5A8A-48BA-B62C-52D2068BEF77}" type="pres">
      <dgm:prSet presAssocID="{1AE8CA52-2E55-47A8-8B4A-C32DA711E60D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E1907E0-0218-406F-A291-5D3D689EAACE}" type="pres">
      <dgm:prSet presAssocID="{1AE8CA52-2E55-47A8-8B4A-C32DA711E60D}" presName="spaceRect" presStyleCnt="0"/>
      <dgm:spPr/>
    </dgm:pt>
    <dgm:pt modelId="{29B7171B-C1E6-4D60-8C17-2764BC997767}" type="pres">
      <dgm:prSet presAssocID="{1AE8CA52-2E55-47A8-8B4A-C32DA711E60D}" presName="parTx" presStyleLbl="revTx" presStyleIdx="3" presStyleCnt="5">
        <dgm:presLayoutVars>
          <dgm:chMax val="0"/>
          <dgm:chPref val="0"/>
        </dgm:presLayoutVars>
      </dgm:prSet>
      <dgm:spPr/>
    </dgm:pt>
    <dgm:pt modelId="{F1B80A8E-C2A0-45C9-BC19-9AF850DD984B}" type="pres">
      <dgm:prSet presAssocID="{F8A691F6-DCD8-4A09-9F47-A03A1C52B01D}" presName="sibTrans" presStyleCnt="0"/>
      <dgm:spPr/>
    </dgm:pt>
    <dgm:pt modelId="{24D5C2C6-523E-4E6A-B558-96CE0E41957D}" type="pres">
      <dgm:prSet presAssocID="{8A246240-6EEC-4B8F-B9AF-2B894A7F0A6E}" presName="compNode" presStyleCnt="0"/>
      <dgm:spPr/>
    </dgm:pt>
    <dgm:pt modelId="{20F8F334-219D-424A-AB07-BA8AFD320B48}" type="pres">
      <dgm:prSet presAssocID="{8A246240-6EEC-4B8F-B9AF-2B894A7F0A6E}" presName="bgRect" presStyleLbl="bgShp" presStyleIdx="4" presStyleCnt="5"/>
      <dgm:spPr/>
    </dgm:pt>
    <dgm:pt modelId="{45E1DB29-73C1-4E32-9794-26DCE3901FAB}" type="pres">
      <dgm:prSet presAssocID="{8A246240-6EEC-4B8F-B9AF-2B894A7F0A6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49471FA-FCBF-4D18-AF2A-3CC7A0AFF0B4}" type="pres">
      <dgm:prSet presAssocID="{8A246240-6EEC-4B8F-B9AF-2B894A7F0A6E}" presName="spaceRect" presStyleCnt="0"/>
      <dgm:spPr/>
    </dgm:pt>
    <dgm:pt modelId="{094483CC-0792-433D-A5F9-8FE278DD9AD7}" type="pres">
      <dgm:prSet presAssocID="{8A246240-6EEC-4B8F-B9AF-2B894A7F0A6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9A62F07-402B-4656-95B9-62AEFF58343F}" type="presOf" srcId="{8B6AFD63-028A-46BA-9CFF-C01A56A88CEA}" destId="{500AD91C-B7CF-4321-95F3-75EDE892EE43}" srcOrd="0" destOrd="0" presId="urn:microsoft.com/office/officeart/2018/2/layout/IconVerticalSolidList"/>
    <dgm:cxn modelId="{07BE6E08-74CB-4F15-99C8-14D6837F02B6}" srcId="{E133FFD7-2590-4EAA-8F5F-3A33E23865C5}" destId="{8B6AFD63-028A-46BA-9CFF-C01A56A88CEA}" srcOrd="2" destOrd="0" parTransId="{EC76A6FC-90F3-4B21-AF7C-3CB792DFC7CE}" sibTransId="{DED3D26B-E811-4CB6-A0A6-C6ECC5FE7D40}"/>
    <dgm:cxn modelId="{44E3E314-222C-4E56-B431-263119E302AC}" srcId="{E133FFD7-2590-4EAA-8F5F-3A33E23865C5}" destId="{786B1586-0DEC-41B7-8C83-0B64BBCA01DD}" srcOrd="1" destOrd="0" parTransId="{06EA5E26-8DD4-4A74-AF9E-CCC76773CD49}" sibTransId="{1C43945F-68A5-4CF9-885F-F5F17D5A0EAF}"/>
    <dgm:cxn modelId="{F6F71139-B497-44B9-B70F-A1A5F641F32A}" srcId="{E133FFD7-2590-4EAA-8F5F-3A33E23865C5}" destId="{4D7C3FD6-14B7-4F26-8642-455E1012EA8B}" srcOrd="0" destOrd="0" parTransId="{2EFEE1DF-FFC2-47C3-86C6-4ACBABAFAF54}" sibTransId="{48C3FC61-4348-4DE3-A07B-CC33177567A1}"/>
    <dgm:cxn modelId="{9DAAD83A-B591-4A7E-9B15-AA97DED4B148}" type="presOf" srcId="{E133FFD7-2590-4EAA-8F5F-3A33E23865C5}" destId="{473B8B7B-B613-40C1-906A-084AAA5D1AB9}" srcOrd="0" destOrd="0" presId="urn:microsoft.com/office/officeart/2018/2/layout/IconVerticalSolidList"/>
    <dgm:cxn modelId="{774E6853-287A-4F8F-84A1-49431C4CD3BD}" srcId="{E133FFD7-2590-4EAA-8F5F-3A33E23865C5}" destId="{8A246240-6EEC-4B8F-B9AF-2B894A7F0A6E}" srcOrd="4" destOrd="0" parTransId="{1ED8AEF2-B2CB-47A2-938A-8030C08368F6}" sibTransId="{11809347-FF2F-4C3F-9192-774D4F8AC379}"/>
    <dgm:cxn modelId="{1711DF77-1FBB-4D32-83A7-4FC5F4B06091}" type="presOf" srcId="{786B1586-0DEC-41B7-8C83-0B64BBCA01DD}" destId="{5D90421F-C27C-428F-8047-2355938BB648}" srcOrd="0" destOrd="0" presId="urn:microsoft.com/office/officeart/2018/2/layout/IconVerticalSolidList"/>
    <dgm:cxn modelId="{B19AD68D-0319-4CC5-91DE-39BFB520CCA1}" type="presOf" srcId="{1AE8CA52-2E55-47A8-8B4A-C32DA711E60D}" destId="{29B7171B-C1E6-4D60-8C17-2764BC997767}" srcOrd="0" destOrd="0" presId="urn:microsoft.com/office/officeart/2018/2/layout/IconVerticalSolidList"/>
    <dgm:cxn modelId="{530ABDD1-4C96-41C8-B0AF-B6B98C7475D5}" type="presOf" srcId="{4D7C3FD6-14B7-4F26-8642-455E1012EA8B}" destId="{93A08C40-34BE-4E49-B27C-A2646633DE1A}" srcOrd="0" destOrd="0" presId="urn:microsoft.com/office/officeart/2018/2/layout/IconVerticalSolidList"/>
    <dgm:cxn modelId="{DC6F38DF-7C7B-432C-8C7C-8993E9860CC4}" type="presOf" srcId="{8A246240-6EEC-4B8F-B9AF-2B894A7F0A6E}" destId="{094483CC-0792-433D-A5F9-8FE278DD9AD7}" srcOrd="0" destOrd="0" presId="urn:microsoft.com/office/officeart/2018/2/layout/IconVerticalSolidList"/>
    <dgm:cxn modelId="{7E9091F7-30DC-4D04-AEE2-6BA185FA6499}" srcId="{E133FFD7-2590-4EAA-8F5F-3A33E23865C5}" destId="{1AE8CA52-2E55-47A8-8B4A-C32DA711E60D}" srcOrd="3" destOrd="0" parTransId="{8A2D4D95-820A-4DA1-B2F4-66ECC4C753A9}" sibTransId="{F8A691F6-DCD8-4A09-9F47-A03A1C52B01D}"/>
    <dgm:cxn modelId="{72F5E2B1-F446-41FB-94C4-5A2D44C487FE}" type="presParOf" srcId="{473B8B7B-B613-40C1-906A-084AAA5D1AB9}" destId="{1AD9C0B1-77AC-49A7-B357-AE447E7BDBF8}" srcOrd="0" destOrd="0" presId="urn:microsoft.com/office/officeart/2018/2/layout/IconVerticalSolidList"/>
    <dgm:cxn modelId="{EC27224D-9EF1-40D6-BDFC-AB4FB201748A}" type="presParOf" srcId="{1AD9C0B1-77AC-49A7-B357-AE447E7BDBF8}" destId="{8FE7D4F6-6285-4766-BE9C-92A92F854206}" srcOrd="0" destOrd="0" presId="urn:microsoft.com/office/officeart/2018/2/layout/IconVerticalSolidList"/>
    <dgm:cxn modelId="{9911F4FD-3D59-4C46-AE02-095D8F64606F}" type="presParOf" srcId="{1AD9C0B1-77AC-49A7-B357-AE447E7BDBF8}" destId="{D973D683-1036-488E-B54B-12B01C62152D}" srcOrd="1" destOrd="0" presId="urn:microsoft.com/office/officeart/2018/2/layout/IconVerticalSolidList"/>
    <dgm:cxn modelId="{78457704-FEC0-48D0-9A07-2A0CC2258BB4}" type="presParOf" srcId="{1AD9C0B1-77AC-49A7-B357-AE447E7BDBF8}" destId="{58599AC4-701F-4C77-A188-8F5092B5C95B}" srcOrd="2" destOrd="0" presId="urn:microsoft.com/office/officeart/2018/2/layout/IconVerticalSolidList"/>
    <dgm:cxn modelId="{C321F9C0-FFE8-42E3-96BC-EEB9C2D5AA32}" type="presParOf" srcId="{1AD9C0B1-77AC-49A7-B357-AE447E7BDBF8}" destId="{93A08C40-34BE-4E49-B27C-A2646633DE1A}" srcOrd="3" destOrd="0" presId="urn:microsoft.com/office/officeart/2018/2/layout/IconVerticalSolidList"/>
    <dgm:cxn modelId="{A585793E-8CD7-4B12-AE26-4B3C8CC2C672}" type="presParOf" srcId="{473B8B7B-B613-40C1-906A-084AAA5D1AB9}" destId="{D0B4618D-43CF-4C1B-8BFF-CDCFE105AA4B}" srcOrd="1" destOrd="0" presId="urn:microsoft.com/office/officeart/2018/2/layout/IconVerticalSolidList"/>
    <dgm:cxn modelId="{EAC5591E-52E0-4B8F-8F48-5B8B9A90193C}" type="presParOf" srcId="{473B8B7B-B613-40C1-906A-084AAA5D1AB9}" destId="{76D20FCE-2715-4A08-877C-C24534DAA057}" srcOrd="2" destOrd="0" presId="urn:microsoft.com/office/officeart/2018/2/layout/IconVerticalSolidList"/>
    <dgm:cxn modelId="{DC0C2FA2-C3CA-4144-AF16-79917239CDC3}" type="presParOf" srcId="{76D20FCE-2715-4A08-877C-C24534DAA057}" destId="{9FC67339-A780-47F7-9584-31AA5B09D195}" srcOrd="0" destOrd="0" presId="urn:microsoft.com/office/officeart/2018/2/layout/IconVerticalSolidList"/>
    <dgm:cxn modelId="{4588966A-7F52-4CD2-A6B7-308966FB451A}" type="presParOf" srcId="{76D20FCE-2715-4A08-877C-C24534DAA057}" destId="{C584AD7B-5E82-49D7-A9BE-692D9C3D27D1}" srcOrd="1" destOrd="0" presId="urn:microsoft.com/office/officeart/2018/2/layout/IconVerticalSolidList"/>
    <dgm:cxn modelId="{6E1C10A1-F78B-4E65-A050-439FF6959960}" type="presParOf" srcId="{76D20FCE-2715-4A08-877C-C24534DAA057}" destId="{D28B15F4-2F81-4CB3-B082-8C51EB930AA8}" srcOrd="2" destOrd="0" presId="urn:microsoft.com/office/officeart/2018/2/layout/IconVerticalSolidList"/>
    <dgm:cxn modelId="{FCFC4A13-FF4B-460B-94C7-9A0555C330FD}" type="presParOf" srcId="{76D20FCE-2715-4A08-877C-C24534DAA057}" destId="{5D90421F-C27C-428F-8047-2355938BB648}" srcOrd="3" destOrd="0" presId="urn:microsoft.com/office/officeart/2018/2/layout/IconVerticalSolidList"/>
    <dgm:cxn modelId="{F6D1A560-4A51-4B69-8D99-7131A5157699}" type="presParOf" srcId="{473B8B7B-B613-40C1-906A-084AAA5D1AB9}" destId="{2548B6CA-87CE-4D12-81CE-B3EF04D549F9}" srcOrd="3" destOrd="0" presId="urn:microsoft.com/office/officeart/2018/2/layout/IconVerticalSolidList"/>
    <dgm:cxn modelId="{C19D7604-7D74-4207-B0CD-D25C6C20B071}" type="presParOf" srcId="{473B8B7B-B613-40C1-906A-084AAA5D1AB9}" destId="{7FF516D4-C165-4EAB-A971-EA7E2359F4B8}" srcOrd="4" destOrd="0" presId="urn:microsoft.com/office/officeart/2018/2/layout/IconVerticalSolidList"/>
    <dgm:cxn modelId="{2690A8B9-9122-4B14-BCED-7395477B9608}" type="presParOf" srcId="{7FF516D4-C165-4EAB-A971-EA7E2359F4B8}" destId="{D68E37B5-78D6-4150-B924-DDDF5BAFB738}" srcOrd="0" destOrd="0" presId="urn:microsoft.com/office/officeart/2018/2/layout/IconVerticalSolidList"/>
    <dgm:cxn modelId="{E711D375-609C-4CAF-B25C-C2BC4ACC3658}" type="presParOf" srcId="{7FF516D4-C165-4EAB-A971-EA7E2359F4B8}" destId="{2924E344-0F20-4EAC-BDEF-FE82069D512F}" srcOrd="1" destOrd="0" presId="urn:microsoft.com/office/officeart/2018/2/layout/IconVerticalSolidList"/>
    <dgm:cxn modelId="{26AF4B63-1A00-45F2-AB58-CCA485C321F2}" type="presParOf" srcId="{7FF516D4-C165-4EAB-A971-EA7E2359F4B8}" destId="{FFF6D105-2D49-4E85-ADC6-2E1D6DD30F7F}" srcOrd="2" destOrd="0" presId="urn:microsoft.com/office/officeart/2018/2/layout/IconVerticalSolidList"/>
    <dgm:cxn modelId="{D5410793-B4B5-4F29-A91B-5EC312CCD628}" type="presParOf" srcId="{7FF516D4-C165-4EAB-A971-EA7E2359F4B8}" destId="{500AD91C-B7CF-4321-95F3-75EDE892EE43}" srcOrd="3" destOrd="0" presId="urn:microsoft.com/office/officeart/2018/2/layout/IconVerticalSolidList"/>
    <dgm:cxn modelId="{AC4E0B08-4C7F-4BAE-A265-A0FC25847497}" type="presParOf" srcId="{473B8B7B-B613-40C1-906A-084AAA5D1AB9}" destId="{D0FD8066-94FD-41C2-9A1D-72D9115F4A7D}" srcOrd="5" destOrd="0" presId="urn:microsoft.com/office/officeart/2018/2/layout/IconVerticalSolidList"/>
    <dgm:cxn modelId="{A123A258-A6A3-42DE-910A-EE4A4ECD4867}" type="presParOf" srcId="{473B8B7B-B613-40C1-906A-084AAA5D1AB9}" destId="{DE5A226F-A020-4943-AA22-CE0A158090EA}" srcOrd="6" destOrd="0" presId="urn:microsoft.com/office/officeart/2018/2/layout/IconVerticalSolidList"/>
    <dgm:cxn modelId="{50B038C1-4E36-4EAB-AC5E-82F3A7BED4C8}" type="presParOf" srcId="{DE5A226F-A020-4943-AA22-CE0A158090EA}" destId="{D1A544C6-6A72-4191-A812-409D754B75F2}" srcOrd="0" destOrd="0" presId="urn:microsoft.com/office/officeart/2018/2/layout/IconVerticalSolidList"/>
    <dgm:cxn modelId="{5A1C2D01-4698-4E76-9251-236B963A8FB3}" type="presParOf" srcId="{DE5A226F-A020-4943-AA22-CE0A158090EA}" destId="{A3153D0C-5A8A-48BA-B62C-52D2068BEF77}" srcOrd="1" destOrd="0" presId="urn:microsoft.com/office/officeart/2018/2/layout/IconVerticalSolidList"/>
    <dgm:cxn modelId="{E3E9B05E-B682-4C39-904D-9E4F082C1377}" type="presParOf" srcId="{DE5A226F-A020-4943-AA22-CE0A158090EA}" destId="{3E1907E0-0218-406F-A291-5D3D689EAACE}" srcOrd="2" destOrd="0" presId="urn:microsoft.com/office/officeart/2018/2/layout/IconVerticalSolidList"/>
    <dgm:cxn modelId="{04B447F0-8E69-4510-BA3E-A533E1639143}" type="presParOf" srcId="{DE5A226F-A020-4943-AA22-CE0A158090EA}" destId="{29B7171B-C1E6-4D60-8C17-2764BC997767}" srcOrd="3" destOrd="0" presId="urn:microsoft.com/office/officeart/2018/2/layout/IconVerticalSolidList"/>
    <dgm:cxn modelId="{49FE5E88-4FF6-4866-A5D4-446F579AD98B}" type="presParOf" srcId="{473B8B7B-B613-40C1-906A-084AAA5D1AB9}" destId="{F1B80A8E-C2A0-45C9-BC19-9AF850DD984B}" srcOrd="7" destOrd="0" presId="urn:microsoft.com/office/officeart/2018/2/layout/IconVerticalSolidList"/>
    <dgm:cxn modelId="{31D51F46-41E1-4985-9A72-EFD6706026FE}" type="presParOf" srcId="{473B8B7B-B613-40C1-906A-084AAA5D1AB9}" destId="{24D5C2C6-523E-4E6A-B558-96CE0E41957D}" srcOrd="8" destOrd="0" presId="urn:microsoft.com/office/officeart/2018/2/layout/IconVerticalSolidList"/>
    <dgm:cxn modelId="{24106FAC-A37D-45D2-888D-7B3F80B25465}" type="presParOf" srcId="{24D5C2C6-523E-4E6A-B558-96CE0E41957D}" destId="{20F8F334-219D-424A-AB07-BA8AFD320B48}" srcOrd="0" destOrd="0" presId="urn:microsoft.com/office/officeart/2018/2/layout/IconVerticalSolidList"/>
    <dgm:cxn modelId="{F410A292-AADE-4CBE-8C29-51B267800315}" type="presParOf" srcId="{24D5C2C6-523E-4E6A-B558-96CE0E41957D}" destId="{45E1DB29-73C1-4E32-9794-26DCE3901FAB}" srcOrd="1" destOrd="0" presId="urn:microsoft.com/office/officeart/2018/2/layout/IconVerticalSolidList"/>
    <dgm:cxn modelId="{4FCACAC9-D2B9-4368-B047-AE45AB62372B}" type="presParOf" srcId="{24D5C2C6-523E-4E6A-B558-96CE0E41957D}" destId="{649471FA-FCBF-4D18-AF2A-3CC7A0AFF0B4}" srcOrd="2" destOrd="0" presId="urn:microsoft.com/office/officeart/2018/2/layout/IconVerticalSolidList"/>
    <dgm:cxn modelId="{8950317E-ADC6-4E04-9223-BD036D139DF1}" type="presParOf" srcId="{24D5C2C6-523E-4E6A-B558-96CE0E41957D}" destId="{094483CC-0792-433D-A5F9-8FE278DD9AD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FE947D-8008-4832-855F-B557DED843B2}">
      <dsp:nvSpPr>
        <dsp:cNvPr id="0" name=""/>
        <dsp:cNvSpPr/>
      </dsp:nvSpPr>
      <dsp:spPr>
        <a:xfrm>
          <a:off x="0" y="3844"/>
          <a:ext cx="4992577" cy="818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065057-2571-4562-AED5-3EBA4DD2D530}">
      <dsp:nvSpPr>
        <dsp:cNvPr id="0" name=""/>
        <dsp:cNvSpPr/>
      </dsp:nvSpPr>
      <dsp:spPr>
        <a:xfrm>
          <a:off x="247723" y="188101"/>
          <a:ext cx="450406" cy="4504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2F8464-4C52-41EA-A804-3CE44DA6B785}">
      <dsp:nvSpPr>
        <dsp:cNvPr id="0" name=""/>
        <dsp:cNvSpPr/>
      </dsp:nvSpPr>
      <dsp:spPr>
        <a:xfrm>
          <a:off x="945853" y="3844"/>
          <a:ext cx="4046723" cy="81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69" tIns="86669" rIns="86669" bIns="866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Fetch real-time news</a:t>
          </a:r>
        </a:p>
      </dsp:txBody>
      <dsp:txXfrm>
        <a:off x="945853" y="3844"/>
        <a:ext cx="4046723" cy="818920"/>
      </dsp:txXfrm>
    </dsp:sp>
    <dsp:sp modelId="{DB0981E2-977D-4E24-A6E0-8A27394792ED}">
      <dsp:nvSpPr>
        <dsp:cNvPr id="0" name=""/>
        <dsp:cNvSpPr/>
      </dsp:nvSpPr>
      <dsp:spPr>
        <a:xfrm>
          <a:off x="0" y="1027495"/>
          <a:ext cx="4992577" cy="818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7FDCB7-578C-48DD-81CE-6D725416C528}">
      <dsp:nvSpPr>
        <dsp:cNvPr id="0" name=""/>
        <dsp:cNvSpPr/>
      </dsp:nvSpPr>
      <dsp:spPr>
        <a:xfrm>
          <a:off x="247723" y="1211753"/>
          <a:ext cx="450406" cy="4504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63466-F4DD-431E-A002-82D1FE238484}">
      <dsp:nvSpPr>
        <dsp:cNvPr id="0" name=""/>
        <dsp:cNvSpPr/>
      </dsp:nvSpPr>
      <dsp:spPr>
        <a:xfrm>
          <a:off x="945853" y="1027495"/>
          <a:ext cx="4046723" cy="81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69" tIns="86669" rIns="86669" bIns="866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Summarize multiple articles</a:t>
          </a:r>
        </a:p>
      </dsp:txBody>
      <dsp:txXfrm>
        <a:off x="945853" y="1027495"/>
        <a:ext cx="4046723" cy="818920"/>
      </dsp:txXfrm>
    </dsp:sp>
    <dsp:sp modelId="{50E3937E-9F7A-4AC2-94E7-A43B4AECDB00}">
      <dsp:nvSpPr>
        <dsp:cNvPr id="0" name=""/>
        <dsp:cNvSpPr/>
      </dsp:nvSpPr>
      <dsp:spPr>
        <a:xfrm>
          <a:off x="0" y="2051147"/>
          <a:ext cx="4992577" cy="818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C092F0-08E9-4F78-A58D-AB22CCC42977}">
      <dsp:nvSpPr>
        <dsp:cNvPr id="0" name=""/>
        <dsp:cNvSpPr/>
      </dsp:nvSpPr>
      <dsp:spPr>
        <a:xfrm>
          <a:off x="247723" y="2235404"/>
          <a:ext cx="450406" cy="4504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F555D-B727-4799-AB15-27980DF5C08C}">
      <dsp:nvSpPr>
        <dsp:cNvPr id="0" name=""/>
        <dsp:cNvSpPr/>
      </dsp:nvSpPr>
      <dsp:spPr>
        <a:xfrm>
          <a:off x="945853" y="2051147"/>
          <a:ext cx="4046723" cy="81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69" tIns="86669" rIns="86669" bIns="866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Generate AI-powered insights</a:t>
          </a:r>
        </a:p>
      </dsp:txBody>
      <dsp:txXfrm>
        <a:off x="945853" y="2051147"/>
        <a:ext cx="4046723" cy="818920"/>
      </dsp:txXfrm>
    </dsp:sp>
    <dsp:sp modelId="{BE1FE991-6F78-49A7-8A8C-22D67EB45ECC}">
      <dsp:nvSpPr>
        <dsp:cNvPr id="0" name=""/>
        <dsp:cNvSpPr/>
      </dsp:nvSpPr>
      <dsp:spPr>
        <a:xfrm>
          <a:off x="0" y="3074798"/>
          <a:ext cx="4992577" cy="818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E833C8-F7A0-4F81-B33D-3B38CC56E916}">
      <dsp:nvSpPr>
        <dsp:cNvPr id="0" name=""/>
        <dsp:cNvSpPr/>
      </dsp:nvSpPr>
      <dsp:spPr>
        <a:xfrm>
          <a:off x="247723" y="3259055"/>
          <a:ext cx="450406" cy="4504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039D8-CA4A-4BA2-9003-36D0ACB492DE}">
      <dsp:nvSpPr>
        <dsp:cNvPr id="0" name=""/>
        <dsp:cNvSpPr/>
      </dsp:nvSpPr>
      <dsp:spPr>
        <a:xfrm>
          <a:off x="945853" y="3074798"/>
          <a:ext cx="4046723" cy="81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69" tIns="86669" rIns="86669" bIns="866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Support multiple LLMs</a:t>
          </a:r>
        </a:p>
      </dsp:txBody>
      <dsp:txXfrm>
        <a:off x="945853" y="3074798"/>
        <a:ext cx="4046723" cy="818920"/>
      </dsp:txXfrm>
    </dsp:sp>
    <dsp:sp modelId="{3239EFF9-57AB-4141-B644-C6D0F2788068}">
      <dsp:nvSpPr>
        <dsp:cNvPr id="0" name=""/>
        <dsp:cNvSpPr/>
      </dsp:nvSpPr>
      <dsp:spPr>
        <a:xfrm>
          <a:off x="0" y="4098449"/>
          <a:ext cx="4992577" cy="818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E0AB49-B3C0-4D10-8E61-BACAE4E7D764}">
      <dsp:nvSpPr>
        <dsp:cNvPr id="0" name=""/>
        <dsp:cNvSpPr/>
      </dsp:nvSpPr>
      <dsp:spPr>
        <a:xfrm>
          <a:off x="247723" y="4282706"/>
          <a:ext cx="450406" cy="4504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B701C-EE9C-4174-A1F4-1918E8E050EF}">
      <dsp:nvSpPr>
        <dsp:cNvPr id="0" name=""/>
        <dsp:cNvSpPr/>
      </dsp:nvSpPr>
      <dsp:spPr>
        <a:xfrm>
          <a:off x="945853" y="4098449"/>
          <a:ext cx="4046723" cy="81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69" tIns="86669" rIns="86669" bIns="866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Provide downloadable reports</a:t>
          </a:r>
        </a:p>
      </dsp:txBody>
      <dsp:txXfrm>
        <a:off x="945853" y="4098449"/>
        <a:ext cx="4046723" cy="8189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E7D4F6-6285-4766-BE9C-92A92F854206}">
      <dsp:nvSpPr>
        <dsp:cNvPr id="0" name=""/>
        <dsp:cNvSpPr/>
      </dsp:nvSpPr>
      <dsp:spPr>
        <a:xfrm>
          <a:off x="0" y="3032"/>
          <a:ext cx="6447234" cy="6458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73D683-1036-488E-B54B-12B01C62152D}">
      <dsp:nvSpPr>
        <dsp:cNvPr id="0" name=""/>
        <dsp:cNvSpPr/>
      </dsp:nvSpPr>
      <dsp:spPr>
        <a:xfrm>
          <a:off x="195383" y="148358"/>
          <a:ext cx="355242" cy="3552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A08C40-34BE-4E49-B27C-A2646633DE1A}">
      <dsp:nvSpPr>
        <dsp:cNvPr id="0" name=""/>
        <dsp:cNvSpPr/>
      </dsp:nvSpPr>
      <dsp:spPr>
        <a:xfrm>
          <a:off x="746009" y="3032"/>
          <a:ext cx="5701224" cy="645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57" tIns="68357" rIns="68357" bIns="6835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Automated news research workflow</a:t>
          </a:r>
        </a:p>
      </dsp:txBody>
      <dsp:txXfrm>
        <a:off x="746009" y="3032"/>
        <a:ext cx="5701224" cy="645895"/>
      </dsp:txXfrm>
    </dsp:sp>
    <dsp:sp modelId="{9FC67339-A780-47F7-9584-31AA5B09D195}">
      <dsp:nvSpPr>
        <dsp:cNvPr id="0" name=""/>
        <dsp:cNvSpPr/>
      </dsp:nvSpPr>
      <dsp:spPr>
        <a:xfrm>
          <a:off x="0" y="810401"/>
          <a:ext cx="6447234" cy="6458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84AD7B-5E82-49D7-A9BE-692D9C3D27D1}">
      <dsp:nvSpPr>
        <dsp:cNvPr id="0" name=""/>
        <dsp:cNvSpPr/>
      </dsp:nvSpPr>
      <dsp:spPr>
        <a:xfrm>
          <a:off x="195383" y="955728"/>
          <a:ext cx="355242" cy="3552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90421F-C27C-428F-8047-2355938BB648}">
      <dsp:nvSpPr>
        <dsp:cNvPr id="0" name=""/>
        <dsp:cNvSpPr/>
      </dsp:nvSpPr>
      <dsp:spPr>
        <a:xfrm>
          <a:off x="746009" y="810401"/>
          <a:ext cx="5701224" cy="645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57" tIns="68357" rIns="68357" bIns="6835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Reduced manual effort by approximately 70–80%</a:t>
          </a:r>
        </a:p>
      </dsp:txBody>
      <dsp:txXfrm>
        <a:off x="746009" y="810401"/>
        <a:ext cx="5701224" cy="645895"/>
      </dsp:txXfrm>
    </dsp:sp>
    <dsp:sp modelId="{D68E37B5-78D6-4150-B924-DDDF5BAFB738}">
      <dsp:nvSpPr>
        <dsp:cNvPr id="0" name=""/>
        <dsp:cNvSpPr/>
      </dsp:nvSpPr>
      <dsp:spPr>
        <a:xfrm>
          <a:off x="0" y="1617770"/>
          <a:ext cx="6447234" cy="6458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24E344-0F20-4EAC-BDEF-FE82069D512F}">
      <dsp:nvSpPr>
        <dsp:cNvPr id="0" name=""/>
        <dsp:cNvSpPr/>
      </dsp:nvSpPr>
      <dsp:spPr>
        <a:xfrm>
          <a:off x="195383" y="1763097"/>
          <a:ext cx="355242" cy="3552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0AD91C-B7CF-4321-95F3-75EDE892EE43}">
      <dsp:nvSpPr>
        <dsp:cNvPr id="0" name=""/>
        <dsp:cNvSpPr/>
      </dsp:nvSpPr>
      <dsp:spPr>
        <a:xfrm>
          <a:off x="746009" y="1617770"/>
          <a:ext cx="5701224" cy="645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57" tIns="68357" rIns="68357" bIns="6835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Generated insights within seconds</a:t>
          </a:r>
        </a:p>
      </dsp:txBody>
      <dsp:txXfrm>
        <a:off x="746009" y="1617770"/>
        <a:ext cx="5701224" cy="645895"/>
      </dsp:txXfrm>
    </dsp:sp>
    <dsp:sp modelId="{D1A544C6-6A72-4191-A812-409D754B75F2}">
      <dsp:nvSpPr>
        <dsp:cNvPr id="0" name=""/>
        <dsp:cNvSpPr/>
      </dsp:nvSpPr>
      <dsp:spPr>
        <a:xfrm>
          <a:off x="0" y="2425140"/>
          <a:ext cx="6447234" cy="6458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153D0C-5A8A-48BA-B62C-52D2068BEF77}">
      <dsp:nvSpPr>
        <dsp:cNvPr id="0" name=""/>
        <dsp:cNvSpPr/>
      </dsp:nvSpPr>
      <dsp:spPr>
        <a:xfrm>
          <a:off x="195383" y="2570466"/>
          <a:ext cx="355242" cy="3552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7171B-C1E6-4D60-8C17-2764BC997767}">
      <dsp:nvSpPr>
        <dsp:cNvPr id="0" name=""/>
        <dsp:cNvSpPr/>
      </dsp:nvSpPr>
      <dsp:spPr>
        <a:xfrm>
          <a:off x="746009" y="2425140"/>
          <a:ext cx="5701224" cy="645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57" tIns="68357" rIns="68357" bIns="6835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Supported multiple AI models</a:t>
          </a:r>
        </a:p>
      </dsp:txBody>
      <dsp:txXfrm>
        <a:off x="746009" y="2425140"/>
        <a:ext cx="5701224" cy="645895"/>
      </dsp:txXfrm>
    </dsp:sp>
    <dsp:sp modelId="{20F8F334-219D-424A-AB07-BA8AFD320B48}">
      <dsp:nvSpPr>
        <dsp:cNvPr id="0" name=""/>
        <dsp:cNvSpPr/>
      </dsp:nvSpPr>
      <dsp:spPr>
        <a:xfrm>
          <a:off x="0" y="3232509"/>
          <a:ext cx="6447234" cy="6458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E1DB29-73C1-4E32-9794-26DCE3901FAB}">
      <dsp:nvSpPr>
        <dsp:cNvPr id="0" name=""/>
        <dsp:cNvSpPr/>
      </dsp:nvSpPr>
      <dsp:spPr>
        <a:xfrm>
          <a:off x="195383" y="3377835"/>
          <a:ext cx="355242" cy="3552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483CC-0792-433D-A5F9-8FE278DD9AD7}">
      <dsp:nvSpPr>
        <dsp:cNvPr id="0" name=""/>
        <dsp:cNvSpPr/>
      </dsp:nvSpPr>
      <dsp:spPr>
        <a:xfrm>
          <a:off x="746009" y="3232509"/>
          <a:ext cx="5701224" cy="645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57" tIns="68357" rIns="68357" bIns="6835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Improved analyst productivity</a:t>
          </a:r>
        </a:p>
      </dsp:txBody>
      <dsp:txXfrm>
        <a:off x="746009" y="3232509"/>
        <a:ext cx="5701224" cy="6458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47356-471B-4D4B-8319-BF782B88A42E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6CC5A9-7FD5-486C-BB9C-E2F36AE26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74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01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83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71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17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62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798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11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21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656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06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8159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22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04100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00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06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096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3115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685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6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le of newspapers">
            <a:extLst>
              <a:ext uri="{FF2B5EF4-FFF2-40B4-BE49-F238E27FC236}">
                <a16:creationId xmlns:a16="http://schemas.microsoft.com/office/drawing/2014/main" id="{69BB02BE-CB8B-4AC8-AC5E-1A924EBC006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9091" t="2480" b="13345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75E2E123-3C83-43BD-A914-ABBE21F27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995A6387-DC25-45BB-BB80-163F4969D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0350" y="0"/>
            <a:ext cx="5486400" cy="6858000"/>
          </a:xfrm>
          <a:prstGeom prst="parallelogram">
            <a:avLst>
              <a:gd name="adj" fmla="val 15925"/>
            </a:avLst>
          </a:prstGeom>
          <a:solidFill>
            <a:schemeClr val="bg2">
              <a:lumMod val="50000"/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98AFFB-2406-434D-A0CE-2565FE95B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3063057-6412-4BB0-894C-992F73C05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6F9E6381-3DC2-436A-A068-50188D7D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BEADA3A0-9FE9-44F2-B498-F7B69B5A3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6440AEDB-FA40-472E-B376-B76CB8BEB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06447C-53AA-4AA7-A22C-36B5DDAA7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3587" y="1678665"/>
            <a:ext cx="3361915" cy="2369131"/>
          </a:xfrm>
        </p:spPr>
        <p:txBody>
          <a:bodyPr>
            <a:normAutofit fontScale="90000"/>
          </a:bodyPr>
          <a:lstStyle/>
          <a:p>
            <a:r>
              <a:rPr lang="en-US" dirty="0"/>
              <a:t>News Research Tool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DE78B-4898-F437-0E66-26494B449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1207" y="4050832"/>
            <a:ext cx="3364293" cy="10968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/>
              <a:t>By Khairun Nisa</a:t>
            </a:r>
          </a:p>
          <a:p>
            <a:pPr>
              <a:lnSpc>
                <a:spcPct val="90000"/>
              </a:lnSpc>
            </a:pPr>
            <a:r>
              <a:rPr lang="en-US" sz="1500"/>
              <a:t>Batch: Nexthikes | Internship Project Training | I-120625-TH2PM-B12</a:t>
            </a:r>
          </a:p>
          <a:p>
            <a:pPr>
              <a:lnSpc>
                <a:spcPct val="90000"/>
              </a:lnSpc>
            </a:pPr>
            <a:endParaRPr lang="en-US" sz="1500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61BB3210-174F-4EB2-85FD-69D8C4CAE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BDB65661-B4FB-44C9-BBA7-0B92B4E50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D521FC44-D250-43BD-9DBE-57E400CBC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72067B3-B7F7-4880-B90D-E1BB13B5B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6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" cy="380619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65760" y="131445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AI/GenAI Internship Project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186309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Research Tool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365760" y="341757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News Analysis &amp; Research Platform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65760" y="414909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1A29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414909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57400" y="414909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1A29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057400" y="414909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49040" y="414909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1A29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749040" y="414909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474345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1A29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5760" y="474345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057400" y="474345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1A29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057400" y="474345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552069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LangChain · Streamlit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4869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34490"/>
            <a:ext cx="1097280" cy="4572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0881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research tool that fetches real-time news, summarizes articles, and generates deep analytical insights using large language models — built for research analysts and investors.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868930"/>
            <a:ext cx="2011680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0040" y="373761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414909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company, ticker, or keyword via NewsAPI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68880" y="2868930"/>
            <a:ext cx="2011680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468880" y="373761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560320" y="414909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insights from Groq LLaMA 3.3 or Gemini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17720" y="2868930"/>
            <a:ext cx="2011680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4617720" y="373761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Report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709160" y="414909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investment analysis with download option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766560" y="2868930"/>
            <a:ext cx="2011680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6766560" y="373761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858000" y="414909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model, article count, and output settings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4869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Goal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04900" y="1863090"/>
            <a:ext cx="2103120" cy="4572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86309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43001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news monitoring is time-consuming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22960" y="299694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information across many sources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22960" y="356387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spot trends across multiple articles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822960" y="413080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spend hours on routine summarization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822960" y="469773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quick way to get structured research insights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5737860" y="1850136"/>
            <a:ext cx="2308860" cy="470154"/>
          </a:xfrm>
          <a:prstGeom prst="rect">
            <a:avLst/>
          </a:prstGeom>
          <a:solidFill>
            <a:srgbClr val="00D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5029200" y="186309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5532120" y="243001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NewsAPI integration for real-time data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5532120" y="299694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search across thousands of sources</a:t>
            </a:r>
            <a:endParaRPr lang="en-US" sz="1100" dirty="0"/>
          </a:p>
        </p:txBody>
      </p:sp>
      <p:sp>
        <p:nvSpPr>
          <p:cNvPr id="26" name="Text 16"/>
          <p:cNvSpPr/>
          <p:nvPr/>
        </p:nvSpPr>
        <p:spPr>
          <a:xfrm>
            <a:off x="5532120" y="356387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analysis synthesizes multiple articles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5532120" y="413080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AI-generated research summaries</a:t>
            </a:r>
            <a:endParaRPr lang="en-US" sz="1100" dirty="0"/>
          </a:p>
        </p:txBody>
      </p:sp>
      <p:sp>
        <p:nvSpPr>
          <p:cNvPr id="30" name="Text 18"/>
          <p:cNvSpPr/>
          <p:nvPr/>
        </p:nvSpPr>
        <p:spPr>
          <a:xfrm>
            <a:off x="5532120" y="469773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reports downloadable in seconds</a:t>
            </a:r>
            <a:endParaRPr lang="en-US" sz="1100" dirty="0"/>
          </a:p>
        </p:txBody>
      </p:sp>
      <p:sp>
        <p:nvSpPr>
          <p:cNvPr id="31" name="Shape 19"/>
          <p:cNvSpPr/>
          <p:nvPr/>
        </p:nvSpPr>
        <p:spPr>
          <a:xfrm>
            <a:off x="4206240" y="3417570"/>
            <a:ext cx="731520" cy="73152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0"/>
          <p:cNvSpPr/>
          <p:nvPr/>
        </p:nvSpPr>
        <p:spPr>
          <a:xfrm>
            <a:off x="4160520" y="323469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DA27254-207B-4B52-973B-03A6D7C25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/>
              <a:t>Project Objectives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3358E8-FEB4-4E5C-903A-92C75E6BD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5FE9BA5-5847-4FF3-960A-4E3AC28E37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6D98C19-CACB-4DEB-9AA7-5E1D776DB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8EA0C28F-AA7D-46C7-8D8A-CE97E7EB0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5">
              <a:extLst>
                <a:ext uri="{FF2B5EF4-FFF2-40B4-BE49-F238E27FC236}">
                  <a16:creationId xmlns:a16="http://schemas.microsoft.com/office/drawing/2014/main" id="{50B7A449-3821-4275-97E9-6B1FF91D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D15285ED-C1E9-4539-9551-2D9D3B89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7">
              <a:extLst>
                <a:ext uri="{FF2B5EF4-FFF2-40B4-BE49-F238E27FC236}">
                  <a16:creationId xmlns:a16="http://schemas.microsoft.com/office/drawing/2014/main" id="{A57A772B-029C-402F-8961-04AD1B611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8">
              <a:extLst>
                <a:ext uri="{FF2B5EF4-FFF2-40B4-BE49-F238E27FC236}">
                  <a16:creationId xmlns:a16="http://schemas.microsoft.com/office/drawing/2014/main" id="{43A98072-A351-47FB-8807-1EEDBF77E3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3BC2C561-1ADE-495B-A04A-92DE414F5D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FE633B79-4994-47EC-9479-56BA3E3A5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D6188152-70CA-4742-AA0D-863A7FDB4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68FB9CF-55E2-9A6E-1E36-EEC76E1E69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4092316"/>
              </p:ext>
            </p:extLst>
          </p:nvPr>
        </p:nvGraphicFramePr>
        <p:xfrm>
          <a:off x="3657635" y="944563"/>
          <a:ext cx="4992577" cy="4921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t>Business Value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r>
              <a:t>The solution reduces research effort, accelerates decision-making, improves productivity, and delivers consistent analysis across topics.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4869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34490"/>
            <a:ext cx="109728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863090"/>
            <a:ext cx="54864" cy="178308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200025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32029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Framework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38328" y="2686050"/>
            <a:ext cx="2633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prompt templates, LLM chains, and output parsers. Core logic in langchain_config.py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863090"/>
            <a:ext cx="54864" cy="1783080"/>
          </a:xfrm>
          <a:prstGeom prst="rect">
            <a:avLst/>
          </a:prstGeom>
          <a:solidFill>
            <a:srgbClr val="00D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886200" y="200025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886200" y="232029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0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Framework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310128" y="2686050"/>
            <a:ext cx="2633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frontend with sidebar controls, sliders, and download buttons via app.py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72200" y="1863090"/>
            <a:ext cx="54864" cy="17830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858000" y="200025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858000" y="232029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Data Source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281928" y="2686050"/>
            <a:ext cx="2633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real-time English articles sorted by relevancy. Supports page_size up to 100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28600" y="3783330"/>
            <a:ext cx="54864" cy="178308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914400" y="392049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14400" y="424053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Backend (Primary)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338328" y="4606290"/>
            <a:ext cx="2633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 parameter model via Groq API. Free tier, ultra-fast inference for research analysis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200400" y="3783330"/>
            <a:ext cx="54864" cy="178308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3886200" y="392049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886200" y="424053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Backend (Alt)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3310128" y="4606290"/>
            <a:ext cx="2633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generative AI model with strong reasoning. Switchable via model selector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6172200" y="3783330"/>
            <a:ext cx="54864" cy="17830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/>
          <p:nvPr/>
        </p:nvSpPr>
        <p:spPr>
          <a:xfrm>
            <a:off x="6858000" y="392049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858000" y="424053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Management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6281928" y="4606290"/>
            <a:ext cx="2633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GROQ_API_KEY, NEWSAPI_KEY, GEMINI_API_KEY from .env file securely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4869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34490"/>
            <a:ext cx="1005840" cy="45720"/>
          </a:xfrm>
          <a:prstGeom prst="rect">
            <a:avLst/>
          </a:prstGeom>
          <a:solidFill>
            <a:srgbClr val="00D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84480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NEWS_RESEARCH/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32029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app.py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06040" y="232029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Streamlit app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75920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langchain_config.py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06040" y="275920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NewsAPI logic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319811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06040" y="319811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(not committed)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363702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06040" y="363702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dependencies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407593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06040" y="407593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451485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notebook_1_setup.ipynb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06040" y="451485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testing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495376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notebook_2_enhance.ipynb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06040" y="495376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60520" y="186309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60520" y="213741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0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60520" y="232029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with sidebar settings, text input, spinner, and results display. Calls get_summary() and get_chain() from langchain_config.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60520" y="291465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langchain_config.py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60520" y="318897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0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60520" y="337185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all business logic: NewsAPI client, article fetcher, summarizer, LLM initialization, ChatPromptTemplate, and chain builder.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60520" y="396621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60520" y="424053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0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60520" y="442341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API keys for Groq, NewsAPI, and Gemini. Loaded via python-dotenv. Never committed to version control.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60520" y="501777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60520" y="529209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0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Testing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60520" y="547497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notebook_1_setup for phase-by-phase testing and validation. notebook_2_enhance for advanced NewsAPI filters and requirements generation.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enters a query in Streamlit. NewsAPI retrieves articles. Summaries are created and passed through LangChain to the selected LLM. The generated analysis is displayed and can be downloaded.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4869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Flow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34490"/>
            <a:ext cx="1097280" cy="4572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2045970"/>
            <a:ext cx="1508760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2885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82321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Input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" y="325297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entered</a:t>
            </a:r>
            <a:endParaRPr lang="en-US" sz="950" dirty="0"/>
          </a:p>
          <a:p>
            <a:pPr algn="ctr"/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Streamlit UI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874520" y="323469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2084832" y="2045970"/>
            <a:ext cx="150876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222885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84832" y="282321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NewsAPI Fetch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157984" y="325297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get_news_articles()</a:t>
            </a:r>
            <a:endParaRPr lang="en-US" sz="950" dirty="0"/>
          </a:p>
          <a:p>
            <a:pPr algn="ctr"/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articles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593592" y="323469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3803904" y="2045970"/>
            <a:ext cx="1508760" cy="54864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824" y="222885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03904" y="282321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Summarize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877056" y="325297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summarize_articles()</a:t>
            </a:r>
            <a:endParaRPr lang="en-US" sz="950" dirty="0"/>
          </a:p>
          <a:p>
            <a:pPr algn="ctr"/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bullets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312664" y="323469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4" name="Shape 19"/>
          <p:cNvSpPr/>
          <p:nvPr/>
        </p:nvSpPr>
        <p:spPr>
          <a:xfrm>
            <a:off x="5522976" y="2045970"/>
            <a:ext cx="1508760" cy="54864"/>
          </a:xfrm>
          <a:prstGeom prst="rect">
            <a:avLst/>
          </a:prstGeom>
          <a:solidFill>
            <a:srgbClr val="00D09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5896" y="222885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22976" y="282321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00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LLM Analysis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596128" y="325297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invoked</a:t>
            </a:r>
            <a:endParaRPr lang="en-US" sz="950" dirty="0"/>
          </a:p>
          <a:p>
            <a:pPr algn="ctr"/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prompt+data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031736" y="323469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30" name="Shape 24"/>
          <p:cNvSpPr/>
          <p:nvPr/>
        </p:nvSpPr>
        <p:spPr>
          <a:xfrm>
            <a:off x="7242048" y="2045970"/>
            <a:ext cx="1508760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968" y="2228850"/>
            <a:ext cx="502920" cy="5029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42048" y="282321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Output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7315200" y="325297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+ Download</a:t>
            </a:r>
            <a:endParaRPr lang="en-US" sz="950" dirty="0"/>
          </a:p>
          <a:p>
            <a:pPr algn="ctr"/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button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274320" y="5429250"/>
            <a:ext cx="8595360" cy="41148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365760" y="544753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00D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 →  get_summary()  →  get_chain().invoke({query, summaries})  →  st.write(response) + download_button()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Phase 1 - Environment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t>Installed dependencies, configured API keys, created project structure, and validated connectivity for all services.</a:t>
            </a:r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42424C77-227E-3B30-A324-61F99D9368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36" r="22914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r>
              <a:rPr lang="en-US"/>
              <a:t>Phase 2 - LangChain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2215" y="2160589"/>
            <a:ext cx="2201035" cy="3880773"/>
          </a:xfrm>
        </p:spPr>
        <p:txBody>
          <a:bodyPr>
            <a:normAutofit/>
          </a:bodyPr>
          <a:lstStyle/>
          <a:p>
            <a:r>
              <a:t>Implemented prompt templates, LLM selection logic, output parsing, and reusable AI chains for analysis.</a:t>
            </a:r>
          </a:p>
        </p:txBody>
      </p:sp>
      <p:pic>
        <p:nvPicPr>
          <p:cNvPr id="6" name="Picture 5" descr="Top view of cubes connected with black lines">
            <a:extLst>
              <a:ext uri="{FF2B5EF4-FFF2-40B4-BE49-F238E27FC236}">
                <a16:creationId xmlns:a16="http://schemas.microsoft.com/office/drawing/2014/main" id="{E3B5CD6C-DBCA-4571-971F-32101B6A34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05" r="5516" b="-2"/>
          <a:stretch>
            <a:fillRect/>
          </a:stretch>
        </p:blipFill>
        <p:spPr>
          <a:xfrm>
            <a:off x="508000" y="2159331"/>
            <a:ext cx="4067572" cy="38823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emical formulas are written on paper">
            <a:extLst>
              <a:ext uri="{FF2B5EF4-FFF2-40B4-BE49-F238E27FC236}">
                <a16:creationId xmlns:a16="http://schemas.microsoft.com/office/drawing/2014/main" id="{ED1E2F23-159D-957C-8384-6818BF2DA0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05" r="25861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Phase 3 - NewsAPI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r>
              <a:t>Connected NewsAPI to retrieve relevant articles and transformed article descriptions into structured summaries.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Phase 4 - Streamlit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t>Developed an interactive web interface with search functionality, model selection, article controls, and report downloads.</a:t>
            </a:r>
          </a:p>
        </p:txBody>
      </p:sp>
      <p:pic>
        <p:nvPicPr>
          <p:cNvPr id="11" name="Picture 10" descr="Magnifying glass showing decling performance">
            <a:extLst>
              <a:ext uri="{FF2B5EF4-FFF2-40B4-BE49-F238E27FC236}">
                <a16:creationId xmlns:a16="http://schemas.microsoft.com/office/drawing/2014/main" id="{3DA37F38-46E8-7F41-E230-A50F3D4249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27" r="45590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2ED567-06B3-4107-9773-BBB6BD78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253067"/>
            <a:ext cx="4616450" cy="4351866"/>
          </a:xfrm>
        </p:spPr>
        <p:txBody>
          <a:bodyPr anchor="ctr">
            <a:normAutofit/>
          </a:bodyPr>
          <a:lstStyle/>
          <a:p>
            <a:r>
              <a:t>LangChain acts as the orchestration layer by combining user queries and news summaries before sending them to the selected LLM for analysis.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51D8B-3775-4477-88B7-7B7C350D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2" y="0"/>
            <a:ext cx="3493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901C3D-CFAE-460D-BD0E-7D22164D7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942659" y="0"/>
            <a:ext cx="794940" cy="6858000"/>
          </a:xfrm>
          <a:prstGeom prst="line">
            <a:avLst/>
          </a:prstGeom>
          <a:ln w="9525">
            <a:solidFill>
              <a:srgbClr val="BFBFB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7C0EA9-1437-4437-9D20-2BBDA1AA9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91200" y="3721395"/>
            <a:ext cx="3259170" cy="3136604"/>
          </a:xfrm>
          <a:prstGeom prst="line">
            <a:avLst/>
          </a:prstGeom>
          <a:ln w="9525">
            <a:solidFill>
              <a:srgbClr val="BFBFBF">
                <a:alpha val="69804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BB934D2B-85E2-4375-94EE-B66C16BF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9B445E02-D785-4565-B842-9567BBC0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C153736-D102-4F57-9DE7-615AFC02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BA407A52-66F4-4CDE-A726-FF79F3EC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D28FFB34-4FC3-46F5-B900-D3B774FD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205F7B13-ACB5-46BE-8070-0431266B1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D52A0D23-45DD-4DF4-ADE6-A81F409BB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2243" y="1253067"/>
            <a:ext cx="2528807" cy="435186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LangChain Pipeline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rPr lang="en-US" sz="3100"/>
              <a:t>My Contribution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r>
              <a:t>Built the complete application, integrated APIs, implemented LangChain workflows, added Groq and Gemini support, and tested the end-to-end system.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4869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Screenshots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34490"/>
            <a:ext cx="1188720" cy="4572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817370"/>
            <a:ext cx="4206240" cy="1828800"/>
          </a:xfrm>
          <a:prstGeom prst="rect">
            <a:avLst/>
          </a:prstGeom>
          <a:solidFill>
            <a:srgbClr val="162030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user-data/uploads/home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63090"/>
            <a:ext cx="411480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332613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— Clean search UI with sidebar settings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754880" y="1817370"/>
            <a:ext cx="4206240" cy="1828800"/>
          </a:xfrm>
          <a:prstGeom prst="rect">
            <a:avLst/>
          </a:prstGeom>
          <a:solidFill>
            <a:srgbClr val="162030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user-data/uploads/raw_new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863090"/>
            <a:ext cx="4114800" cy="1463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332613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News Bullets — Article summaries displayed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74320" y="3829050"/>
            <a:ext cx="4206240" cy="1828800"/>
          </a:xfrm>
          <a:prstGeom prst="rect">
            <a:avLst/>
          </a:prstGeom>
          <a:solidFill>
            <a:srgbClr val="162030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/mnt/user-data/uploads/AI_Analy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874770"/>
            <a:ext cx="4114800" cy="1463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4320" y="533781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— Structured insights from LLM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4754880" y="3829050"/>
            <a:ext cx="4206240" cy="1828800"/>
          </a:xfrm>
          <a:prstGeom prst="rect">
            <a:avLst/>
          </a:prstGeom>
          <a:solidFill>
            <a:srgbClr val="162030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3" descr="/mnt/user-data/uploads/Recommendation_re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874770"/>
            <a:ext cx="4114800" cy="1463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54880" y="533781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— Research findings + Download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4869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LLM Models: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34490"/>
            <a:ext cx="118872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4440" y="1863090"/>
            <a:ext cx="2110740" cy="50292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86309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— LLaMA 3.3 70B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52145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45920" y="252145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llama-3.3-70b-versatile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02437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45920" y="302437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Cloud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2729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45920" y="352729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inference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403021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45920" y="403021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available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53313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45920" y="453313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reasoning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503605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45920" y="503605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GROQ_API_KEY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19800" y="1863090"/>
            <a:ext cx="1463040" cy="43815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186309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83480" y="252145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26480" y="252145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gemini-1.5-flash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83480" y="302437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26480" y="302437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83480" y="352729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26480" y="352729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multimodal model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83480" y="403021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26480" y="403021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quota available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83480" y="453313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26480" y="453313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reasoning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83480" y="503605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26480" y="503605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GEMINI_API_KEY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794760" y="3330702"/>
            <a:ext cx="731520" cy="73152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794760" y="33467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65032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599781" y="3681413"/>
            <a:ext cx="3572669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93473" y="-8467"/>
            <a:ext cx="2255512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947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06616" y="3048000"/>
            <a:ext cx="2444750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8241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6115" y="3589867"/>
            <a:ext cx="1362870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1615" y="-8467"/>
            <a:ext cx="5332385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599"/>
            <a:ext cx="2882531" cy="554566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Testing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063" y="609600"/>
            <a:ext cx="4133472" cy="554566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Verified API connectivity, validated news retrieval, tested summary quality, checked LLM outputs, and confirmed report download functionality.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478A01DB-FA99-D3E0-93C2-E6F35152F3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170" r="-2" b="-2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r>
              <a:rPr dirty="0"/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r>
              <a:t>API limitations were handled through configurable article counts. Missing descriptions were filtered. Consistent prompts improved output quality across models.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t>Results &amp; Outcomes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36BBE0-9B26-F0B7-E962-C14B15D77F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6934865"/>
              </p:ext>
            </p:extLst>
          </p:nvPr>
        </p:nvGraphicFramePr>
        <p:xfrm>
          <a:off x="508397" y="2160588"/>
          <a:ext cx="6447234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4869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34490"/>
            <a:ext cx="1188720" cy="45720"/>
          </a:xfrm>
          <a:prstGeom prst="rect">
            <a:avLst/>
          </a:prstGeom>
          <a:solidFill>
            <a:srgbClr val="00D0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863090"/>
            <a:ext cx="2834640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045970"/>
            <a:ext cx="384048" cy="3840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23160" y="2045970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A29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423160" y="204597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68680" y="204597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2521458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bullish/bearish tone across articles. Integrate VADER or fine-tuned models for market sentiment scoring.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46120" y="1863090"/>
            <a:ext cx="2834640" cy="54864"/>
          </a:xfrm>
          <a:prstGeom prst="rect">
            <a:avLst/>
          </a:prstGeom>
          <a:solidFill>
            <a:srgbClr val="00D09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2045970"/>
            <a:ext cx="384048" cy="38404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394960" y="2045970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A29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394960" y="204597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00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3840480" y="204597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Export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37560" y="2521458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branded PDF research reports with charts, summaries, and citations using ReportLab or WeasyPrint.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217920" y="1863090"/>
            <a:ext cx="2834640" cy="54864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2045970"/>
            <a:ext cx="384048" cy="38404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366760" y="2045970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A29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8366760" y="204597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v2.5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6812280" y="204597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309360" y="2521458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static text with interactive Plotly/Altair visualizations. Trend charts, word clouds, source distribution.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274320" y="3783330"/>
            <a:ext cx="283464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966210"/>
            <a:ext cx="384048" cy="38404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2423160" y="3966210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A29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2423160" y="396621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v2.5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868680" y="396621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Tracking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365760" y="4441698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queries and results in SQLite or PostgreSQL. Enable trend analysis across dates and topics over time.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3246120" y="3783330"/>
            <a:ext cx="2834640" cy="54864"/>
          </a:xfrm>
          <a:prstGeom prst="rect">
            <a:avLst/>
          </a:prstGeom>
          <a:solidFill>
            <a:srgbClr val="00D09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3966210"/>
            <a:ext cx="384048" cy="384048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5394960" y="3966210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A29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5394960" y="396621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00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3840480" y="396621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Integration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3337560" y="4441698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news sentiment with real-time price data from Yahoo Finance or Alpha Vantage APIs.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6217920" y="3783330"/>
            <a:ext cx="2834640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3966210"/>
            <a:ext cx="384048" cy="384048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8366760" y="3966210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A29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/>
          <p:nvPr/>
        </p:nvSpPr>
        <p:spPr>
          <a:xfrm>
            <a:off x="8366760" y="396621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6812280" y="396621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6309360" y="4441698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user login, saved query history, personalized dashboards per user with role-based access.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2ED567-06B3-4107-9773-BBB6BD78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236" y="-12700"/>
            <a:ext cx="4616450" cy="4351866"/>
          </a:xfrm>
        </p:spPr>
        <p:txBody>
          <a:bodyPr anchor="ctr">
            <a:normAutofit/>
          </a:bodyPr>
          <a:lstStyle/>
          <a:p>
            <a:r>
              <a:rPr dirty="0"/>
              <a:t>The project demonstrates practical use of Generative AI, </a:t>
            </a:r>
            <a:r>
              <a:rPr dirty="0" err="1"/>
              <a:t>LangChain</a:t>
            </a:r>
            <a:r>
              <a:rPr dirty="0"/>
              <a:t>, real-time APIs, and </a:t>
            </a:r>
            <a:r>
              <a:rPr dirty="0" err="1"/>
              <a:t>Streamlit</a:t>
            </a:r>
            <a:r>
              <a:rPr dirty="0"/>
              <a:t> to build a complete intelligent research assistant.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51D8B-3775-4477-88B7-7B7C350D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2" y="0"/>
            <a:ext cx="3493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901C3D-CFAE-460D-BD0E-7D22164D7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942659" y="0"/>
            <a:ext cx="794940" cy="6858000"/>
          </a:xfrm>
          <a:prstGeom prst="line">
            <a:avLst/>
          </a:prstGeom>
          <a:ln w="9525">
            <a:solidFill>
              <a:srgbClr val="BFBFB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7C0EA9-1437-4437-9D20-2BBDA1AA9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91200" y="3721395"/>
            <a:ext cx="3259170" cy="3136604"/>
          </a:xfrm>
          <a:prstGeom prst="line">
            <a:avLst/>
          </a:prstGeom>
          <a:ln w="9525">
            <a:solidFill>
              <a:srgbClr val="BFBFBF">
                <a:alpha val="69804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BB934D2B-85E2-4375-94EE-B66C16BF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9B445E02-D785-4565-B842-9567BBC0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C153736-D102-4F57-9DE7-615AFC02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BA407A52-66F4-4CDE-A726-FF79F3EC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D28FFB34-4FC3-46F5-B900-D3B774FD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205F7B13-ACB5-46BE-8070-0431266B1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D52A0D23-45DD-4DF4-ADE6-A81F409BB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2243" y="1253067"/>
            <a:ext cx="2528807" cy="4351866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Conclusion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034272" y="857250"/>
            <a:ext cx="109728" cy="514350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65760" y="250317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365760" y="369189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Research Tool — AI/GenAI Internship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977640" y="122301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325112" y="170764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for LLM orchestration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325112" y="232943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 for real-time data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4325112" y="295122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for rapid UI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4325112" y="357301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Switchable LLM backends</a:t>
            </a:r>
            <a:endParaRPr lang="en-US" sz="1100" dirty="0"/>
          </a:p>
        </p:txBody>
      </p:sp>
      <p:sp>
        <p:nvSpPr>
          <p:cNvPr id="17" name="Text 9"/>
          <p:cNvSpPr/>
          <p:nvPr/>
        </p:nvSpPr>
        <p:spPr>
          <a:xfrm>
            <a:off x="4325112" y="419481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testable architecture</a:t>
            </a:r>
            <a:endParaRPr lang="en-US" sz="1100" dirty="0"/>
          </a:p>
        </p:txBody>
      </p:sp>
      <p:sp>
        <p:nvSpPr>
          <p:cNvPr id="19" name="Text 10"/>
          <p:cNvSpPr/>
          <p:nvPr/>
        </p:nvSpPr>
        <p:spPr>
          <a:xfrm>
            <a:off x="4325112" y="481660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Notebook-driven development</a:t>
            </a:r>
            <a:endParaRPr lang="en-US" sz="1100" dirty="0"/>
          </a:p>
        </p:txBody>
      </p:sp>
      <p:sp>
        <p:nvSpPr>
          <p:cNvPr id="21" name="Text 12"/>
          <p:cNvSpPr/>
          <p:nvPr/>
        </p:nvSpPr>
        <p:spPr>
          <a:xfrm>
            <a:off x="0" y="561213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LangChain · Streamlit · Groq · Gemini · NewsAPI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1112</TotalTime>
  <Words>1192</Words>
  <Application>Microsoft Office PowerPoint</Application>
  <PresentationFormat>On-screen Show (4:3)</PresentationFormat>
  <Paragraphs>210</Paragraphs>
  <Slides>24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Calibri</vt:lpstr>
      <vt:lpstr>Consolas</vt:lpstr>
      <vt:lpstr>Trebuchet MS</vt:lpstr>
      <vt:lpstr>Wingdings 3</vt:lpstr>
      <vt:lpstr>Facet</vt:lpstr>
      <vt:lpstr>News Research Tool</vt:lpstr>
      <vt:lpstr>PowerPoint Presentation</vt:lpstr>
      <vt:lpstr>PowerPoint Presentation</vt:lpstr>
      <vt:lpstr>PowerPoint Presentation</vt:lpstr>
      <vt:lpstr>Project Objectives</vt:lpstr>
      <vt:lpstr>Business Value</vt:lpstr>
      <vt:lpstr>PowerPoint Presentation</vt:lpstr>
      <vt:lpstr>PowerPoint Presentation</vt:lpstr>
      <vt:lpstr>System Architecture</vt:lpstr>
      <vt:lpstr>PowerPoint Presentation</vt:lpstr>
      <vt:lpstr>Phase 1 - Environment Setup</vt:lpstr>
      <vt:lpstr>Phase 2 - LangChain Integration</vt:lpstr>
      <vt:lpstr>Phase 3 - NewsAPI Integration</vt:lpstr>
      <vt:lpstr>Phase 4 - Streamlit Development</vt:lpstr>
      <vt:lpstr>LangChain Pipeline</vt:lpstr>
      <vt:lpstr>My Contribution</vt:lpstr>
      <vt:lpstr>PowerPoint Presentation</vt:lpstr>
      <vt:lpstr>PowerPoint Presentation</vt:lpstr>
      <vt:lpstr>Testing &amp; Validation</vt:lpstr>
      <vt:lpstr>Challenges &amp; Solutions</vt:lpstr>
      <vt:lpstr>Results &amp; Outcomes</vt:lpstr>
      <vt:lpstr>PowerPoint Presentation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khairun nisa</cp:lastModifiedBy>
  <cp:revision>23</cp:revision>
  <dcterms:created xsi:type="dcterms:W3CDTF">2013-01-27T09:14:16Z</dcterms:created>
  <dcterms:modified xsi:type="dcterms:W3CDTF">2026-06-09T08:00:01Z</dcterms:modified>
  <cp:category/>
</cp:coreProperties>
</file>